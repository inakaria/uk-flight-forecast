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6858000" cy="9144000"/>
  <p:embeddedFontLst>
    <p:embeddedFont>
      <p:font typeface="Manrope"/>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Manrope-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Manrope-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1b32e5a25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1b32e5a25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ec83eef6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9ec83eef6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ebcd7dba9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ebcd7dba9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ebcd7dba9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ebcd7dba9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ec83eef6b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ec83eef6b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f3ed943d1e_0_27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f3ed943d1e_0_27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255640edae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255640edae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f3ed943d1e_1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f3ed943d1e_1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f3ed943d1e_0_27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f3ed943d1e_0_27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f3ed943d1e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f3ed943d1e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9ebcd7dba9_3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9ebcd7dba9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ebcd7dba9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ebcd7dba9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9ebcd7dba9_3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9ebcd7dba9_3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f3ed943d1e_1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f3ed943d1e_1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f3ed943d1e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f3ed943d1e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f3ed943d1e_0_27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f3ed943d1e_0_27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f3ed943d1e_1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f3ed943d1e_1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9ec83eef6b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9ec83eef6b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100" y="2177150"/>
            <a:ext cx="5728200" cy="1973100"/>
          </a:xfrm>
          <a:prstGeom prst="rect">
            <a:avLst/>
          </a:prstGeom>
        </p:spPr>
        <p:txBody>
          <a:bodyPr anchorCtr="0" anchor="ctr" bIns="91425" lIns="91425" spcFirstLastPara="1" rIns="91425" wrap="square" tIns="91425">
            <a:noAutofit/>
          </a:bodyPr>
          <a:lstStyle>
            <a:lvl1pPr lvl="0">
              <a:spcBef>
                <a:spcPts val="0"/>
              </a:spcBef>
              <a:spcAft>
                <a:spcPts val="0"/>
              </a:spcAft>
              <a:buSzPts val="5200"/>
              <a:buNone/>
              <a:defRPr sz="6500">
                <a:solidFill>
                  <a:schemeClr val="lt1"/>
                </a:solidFill>
                <a:highlight>
                  <a:schemeClr val="dk2"/>
                </a:highligh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713100" y="4218898"/>
            <a:ext cx="4514100" cy="373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713100" y="1360800"/>
            <a:ext cx="5966100" cy="812100"/>
          </a:xfrm>
          <a:prstGeom prst="rect">
            <a:avLst/>
          </a:prstGeom>
        </p:spPr>
        <p:txBody>
          <a:bodyPr anchorCtr="0" anchor="ctr" bIns="91425" lIns="91425" spcFirstLastPara="1" rIns="91425" wrap="square" tIns="91425">
            <a:noAutofit/>
          </a:bodyPr>
          <a:lstStyle>
            <a:lvl1pPr lvl="0">
              <a:spcBef>
                <a:spcPts val="0"/>
              </a:spcBef>
              <a:spcAft>
                <a:spcPts val="0"/>
              </a:spcAft>
              <a:buSzPts val="5000"/>
              <a:buNone/>
              <a:defRPr sz="5000">
                <a:solidFill>
                  <a:schemeClr val="lt1"/>
                </a:solidFill>
                <a:highlight>
                  <a:schemeClr val="dk2"/>
                </a:highligh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713100" y="543301"/>
            <a:ext cx="1373100" cy="741300"/>
          </a:xfrm>
          <a:prstGeom prst="rect">
            <a:avLst/>
          </a:prstGeom>
        </p:spPr>
        <p:txBody>
          <a:bodyPr anchorCtr="0" anchor="ctr" bIns="91425" lIns="91425" spcFirstLastPara="1" rIns="91425" wrap="square" tIns="91425">
            <a:noAutofit/>
          </a:bodyPr>
          <a:lstStyle>
            <a:lvl1pPr lvl="0" rtl="0">
              <a:spcBef>
                <a:spcPts val="0"/>
              </a:spcBef>
              <a:spcAft>
                <a:spcPts val="0"/>
              </a:spcAft>
              <a:buSzPts val="5000"/>
              <a:buNone/>
              <a:defRPr sz="6500">
                <a:solidFill>
                  <a:schemeClr val="dk2"/>
                </a:solidFill>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14" name="Google Shape;14;p3"/>
          <p:cNvSpPr txBox="1"/>
          <p:nvPr>
            <p:ph idx="1" type="subTitle"/>
          </p:nvPr>
        </p:nvSpPr>
        <p:spPr>
          <a:xfrm>
            <a:off x="713100" y="2208500"/>
            <a:ext cx="4450200" cy="4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solidFill>
                  <a:schemeClr val="lt1"/>
                </a:solidFill>
                <a:highlight>
                  <a:schemeClr val="dk2"/>
                </a:highlight>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7" name="Google Shape;17;p4"/>
          <p:cNvSpPr txBox="1"/>
          <p:nvPr>
            <p:ph idx="1" type="body"/>
          </p:nvPr>
        </p:nvSpPr>
        <p:spPr>
          <a:xfrm>
            <a:off x="713100" y="1160389"/>
            <a:ext cx="7717800" cy="513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1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solidFill>
                  <a:schemeClr val="lt1"/>
                </a:solidFill>
                <a:highlight>
                  <a:schemeClr val="dk2"/>
                </a:highlight>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0" name="Google Shape;20;p5"/>
          <p:cNvSpPr txBox="1"/>
          <p:nvPr>
            <p:ph idx="1" type="subTitle"/>
          </p:nvPr>
        </p:nvSpPr>
        <p:spPr>
          <a:xfrm>
            <a:off x="1512687" y="2862197"/>
            <a:ext cx="26445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1" name="Google Shape;21;p5"/>
          <p:cNvSpPr txBox="1"/>
          <p:nvPr>
            <p:ph idx="2" type="subTitle"/>
          </p:nvPr>
        </p:nvSpPr>
        <p:spPr>
          <a:xfrm>
            <a:off x="1512688" y="3255797"/>
            <a:ext cx="2644500" cy="97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 name="Google Shape;22;p5"/>
          <p:cNvSpPr txBox="1"/>
          <p:nvPr>
            <p:ph idx="3" type="subTitle"/>
          </p:nvPr>
        </p:nvSpPr>
        <p:spPr>
          <a:xfrm>
            <a:off x="4986812" y="2862197"/>
            <a:ext cx="26445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3" name="Google Shape;23;p5"/>
          <p:cNvSpPr txBox="1"/>
          <p:nvPr>
            <p:ph idx="4" type="subTitle"/>
          </p:nvPr>
        </p:nvSpPr>
        <p:spPr>
          <a:xfrm>
            <a:off x="4986813" y="3255797"/>
            <a:ext cx="2644500" cy="97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solidFill>
                  <a:schemeClr val="lt1"/>
                </a:solidFill>
                <a:highlight>
                  <a:schemeClr val="dk2"/>
                </a:highlight>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 name="Shape 26"/>
        <p:cNvGrpSpPr/>
        <p:nvPr/>
      </p:nvGrpSpPr>
      <p:grpSpPr>
        <a:xfrm>
          <a:off x="0" y="0"/>
          <a:ext cx="0" cy="0"/>
          <a:chOff x="0" y="0"/>
          <a:chExt cx="0" cy="0"/>
        </a:xfrm>
      </p:grpSpPr>
      <p:sp>
        <p:nvSpPr>
          <p:cNvPr id="27" name="Google Shape;27;p7"/>
          <p:cNvSpPr txBox="1"/>
          <p:nvPr>
            <p:ph type="title"/>
          </p:nvPr>
        </p:nvSpPr>
        <p:spPr>
          <a:xfrm>
            <a:off x="4699769" y="1641984"/>
            <a:ext cx="3678000" cy="9999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solidFill>
                  <a:schemeClr val="lt1"/>
                </a:solidFill>
                <a:highlight>
                  <a:schemeClr val="dk2"/>
                </a:highlight>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8" name="Google Shape;28;p7"/>
          <p:cNvSpPr txBox="1"/>
          <p:nvPr>
            <p:ph idx="1" type="subTitle"/>
          </p:nvPr>
        </p:nvSpPr>
        <p:spPr>
          <a:xfrm>
            <a:off x="4699769" y="2723659"/>
            <a:ext cx="3442500" cy="7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021170" y="950575"/>
            <a:ext cx="7101900" cy="115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7000">
                <a:solidFill>
                  <a:schemeClr val="lt1"/>
                </a:solidFill>
                <a:highlight>
                  <a:schemeClr val="dk2"/>
                </a:highligh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9"/>
          <p:cNvSpPr txBox="1"/>
          <p:nvPr>
            <p:ph idx="1" type="subTitle"/>
          </p:nvPr>
        </p:nvSpPr>
        <p:spPr>
          <a:xfrm>
            <a:off x="3578600" y="3299750"/>
            <a:ext cx="4850700" cy="1305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3" name="Google Shape;33;p9"/>
          <p:cNvSpPr txBox="1"/>
          <p:nvPr>
            <p:ph type="title"/>
          </p:nvPr>
        </p:nvSpPr>
        <p:spPr>
          <a:xfrm>
            <a:off x="4508100" y="2521275"/>
            <a:ext cx="3921300" cy="685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200"/>
              <a:buNone/>
              <a:defRPr sz="3600">
                <a:solidFill>
                  <a:schemeClr val="lt1"/>
                </a:solidFill>
                <a:highlight>
                  <a:schemeClr val="dk2"/>
                </a:highlight>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4" name="Shape 34"/>
        <p:cNvGrpSpPr/>
        <p:nvPr/>
      </p:nvGrpSpPr>
      <p:grpSpPr>
        <a:xfrm>
          <a:off x="0" y="0"/>
          <a:ext cx="0" cy="0"/>
          <a:chOff x="0" y="0"/>
          <a:chExt cx="0" cy="0"/>
        </a:xfrm>
      </p:grpSpPr>
      <p:sp>
        <p:nvSpPr>
          <p:cNvPr id="35" name="Google Shape;35;p10"/>
          <p:cNvSpPr txBox="1"/>
          <p:nvPr>
            <p:ph idx="1" type="body"/>
          </p:nvPr>
        </p:nvSpPr>
        <p:spPr>
          <a:xfrm>
            <a:off x="816150" y="4063551"/>
            <a:ext cx="7511700" cy="600000"/>
          </a:xfrm>
          <a:prstGeom prst="rect">
            <a:avLst/>
          </a:prstGeom>
          <a:solidFill>
            <a:schemeClr val="dk2"/>
          </a:solidFill>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800"/>
              <a:buNone/>
              <a:defRPr sz="3200">
                <a:solidFill>
                  <a:schemeClr val="lt1"/>
                </a:solidFill>
                <a:highlight>
                  <a:schemeClr val="dk2"/>
                </a:highlight>
                <a:latin typeface="Manrope"/>
                <a:ea typeface="Manrope"/>
                <a:cs typeface="Manrope"/>
                <a:sym typeface="Manrope"/>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 name="Shape 36"/>
        <p:cNvGrpSpPr/>
        <p:nvPr/>
      </p:nvGrpSpPr>
      <p:grpSpPr>
        <a:xfrm>
          <a:off x="0" y="0"/>
          <a:ext cx="0" cy="0"/>
          <a:chOff x="0" y="0"/>
          <a:chExt cx="0" cy="0"/>
        </a:xfrm>
      </p:grpSpPr>
      <p:sp>
        <p:nvSpPr>
          <p:cNvPr id="37" name="Google Shape;37;p11"/>
          <p:cNvSpPr txBox="1"/>
          <p:nvPr>
            <p:ph hasCustomPrompt="1" type="title"/>
          </p:nvPr>
        </p:nvSpPr>
        <p:spPr>
          <a:xfrm>
            <a:off x="713100" y="890222"/>
            <a:ext cx="6453000" cy="1290600"/>
          </a:xfrm>
          <a:prstGeom prst="rect">
            <a:avLst/>
          </a:prstGeom>
        </p:spPr>
        <p:txBody>
          <a:bodyPr anchorCtr="0" anchor="ctr" bIns="91425" lIns="91425" spcFirstLastPara="1" rIns="91425" wrap="square" tIns="91425">
            <a:noAutofit/>
          </a:bodyPr>
          <a:lstStyle>
            <a:lvl1pPr lvl="0">
              <a:spcBef>
                <a:spcPts val="0"/>
              </a:spcBef>
              <a:spcAft>
                <a:spcPts val="0"/>
              </a:spcAft>
              <a:buSzPts val="9000"/>
              <a:buNone/>
              <a:defRPr sz="8000">
                <a:solidFill>
                  <a:schemeClr val="lt1"/>
                </a:solidFill>
                <a:highlight>
                  <a:schemeClr val="dk2"/>
                </a:highlight>
              </a:defRPr>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a:r>
              <a:t>xx%</a:t>
            </a:r>
          </a:p>
        </p:txBody>
      </p:sp>
      <p:sp>
        <p:nvSpPr>
          <p:cNvPr id="38" name="Google Shape;38;p11"/>
          <p:cNvSpPr txBox="1"/>
          <p:nvPr>
            <p:ph idx="1" type="subTitle"/>
          </p:nvPr>
        </p:nvSpPr>
        <p:spPr>
          <a:xfrm>
            <a:off x="713100" y="2324436"/>
            <a:ext cx="4485000" cy="39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9" name="Shape 3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40" name="Shape 40"/>
        <p:cNvGrpSpPr/>
        <p:nvPr/>
      </p:nvGrpSpPr>
      <p:grpSpPr>
        <a:xfrm>
          <a:off x="0" y="0"/>
          <a:ext cx="0" cy="0"/>
          <a:chOff x="0" y="0"/>
          <a:chExt cx="0" cy="0"/>
        </a:xfrm>
      </p:grpSpPr>
      <p:sp>
        <p:nvSpPr>
          <p:cNvPr id="41" name="Google Shape;41;p13"/>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
        <p:nvSpPr>
          <p:cNvPr id="42" name="Google Shape;42;p13"/>
          <p:cNvSpPr txBox="1"/>
          <p:nvPr>
            <p:ph idx="1" type="subTitle"/>
          </p:nvPr>
        </p:nvSpPr>
        <p:spPr>
          <a:xfrm>
            <a:off x="787791" y="1834025"/>
            <a:ext cx="23544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43" name="Google Shape;43;p13"/>
          <p:cNvSpPr txBox="1"/>
          <p:nvPr>
            <p:ph idx="2" type="subTitle"/>
          </p:nvPr>
        </p:nvSpPr>
        <p:spPr>
          <a:xfrm>
            <a:off x="787791" y="2227625"/>
            <a:ext cx="2354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 name="Google Shape;44;p13"/>
          <p:cNvSpPr txBox="1"/>
          <p:nvPr>
            <p:ph hasCustomPrompt="1" idx="3" type="title"/>
          </p:nvPr>
        </p:nvSpPr>
        <p:spPr>
          <a:xfrm>
            <a:off x="1357500" y="1404824"/>
            <a:ext cx="1215000" cy="429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45" name="Google Shape;45;p13"/>
          <p:cNvSpPr txBox="1"/>
          <p:nvPr>
            <p:ph idx="4" type="subTitle"/>
          </p:nvPr>
        </p:nvSpPr>
        <p:spPr>
          <a:xfrm>
            <a:off x="3394791" y="1834025"/>
            <a:ext cx="23544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46" name="Google Shape;46;p13"/>
          <p:cNvSpPr txBox="1"/>
          <p:nvPr>
            <p:ph idx="5" type="subTitle"/>
          </p:nvPr>
        </p:nvSpPr>
        <p:spPr>
          <a:xfrm>
            <a:off x="3394791" y="2227625"/>
            <a:ext cx="2354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 name="Google Shape;47;p13"/>
          <p:cNvSpPr txBox="1"/>
          <p:nvPr>
            <p:ph hasCustomPrompt="1" idx="6" type="title"/>
          </p:nvPr>
        </p:nvSpPr>
        <p:spPr>
          <a:xfrm>
            <a:off x="3964500" y="1404824"/>
            <a:ext cx="1215000" cy="429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48" name="Google Shape;48;p13"/>
          <p:cNvSpPr txBox="1"/>
          <p:nvPr>
            <p:ph idx="7" type="subTitle"/>
          </p:nvPr>
        </p:nvSpPr>
        <p:spPr>
          <a:xfrm>
            <a:off x="6001791" y="1834025"/>
            <a:ext cx="23544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49" name="Google Shape;49;p13"/>
          <p:cNvSpPr txBox="1"/>
          <p:nvPr>
            <p:ph idx="8" type="subTitle"/>
          </p:nvPr>
        </p:nvSpPr>
        <p:spPr>
          <a:xfrm>
            <a:off x="6001791" y="2227625"/>
            <a:ext cx="2354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 name="Google Shape;50;p13"/>
          <p:cNvSpPr txBox="1"/>
          <p:nvPr>
            <p:ph hasCustomPrompt="1" idx="9" type="title"/>
          </p:nvPr>
        </p:nvSpPr>
        <p:spPr>
          <a:xfrm>
            <a:off x="6571500" y="1404824"/>
            <a:ext cx="1215000" cy="429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51" name="Google Shape;51;p13"/>
          <p:cNvSpPr txBox="1"/>
          <p:nvPr>
            <p:ph idx="13" type="subTitle"/>
          </p:nvPr>
        </p:nvSpPr>
        <p:spPr>
          <a:xfrm>
            <a:off x="787791" y="3516846"/>
            <a:ext cx="23544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52" name="Google Shape;52;p13"/>
          <p:cNvSpPr txBox="1"/>
          <p:nvPr>
            <p:ph idx="14" type="subTitle"/>
          </p:nvPr>
        </p:nvSpPr>
        <p:spPr>
          <a:xfrm>
            <a:off x="787791" y="3910446"/>
            <a:ext cx="2354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 name="Google Shape;53;p13"/>
          <p:cNvSpPr txBox="1"/>
          <p:nvPr>
            <p:ph hasCustomPrompt="1" idx="15" type="title"/>
          </p:nvPr>
        </p:nvSpPr>
        <p:spPr>
          <a:xfrm>
            <a:off x="1357500" y="3087688"/>
            <a:ext cx="1215000" cy="429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54" name="Google Shape;54;p13"/>
          <p:cNvSpPr txBox="1"/>
          <p:nvPr>
            <p:ph idx="16" type="subTitle"/>
          </p:nvPr>
        </p:nvSpPr>
        <p:spPr>
          <a:xfrm>
            <a:off x="3394791" y="3516846"/>
            <a:ext cx="23544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55" name="Google Shape;55;p13"/>
          <p:cNvSpPr txBox="1"/>
          <p:nvPr>
            <p:ph idx="17" type="subTitle"/>
          </p:nvPr>
        </p:nvSpPr>
        <p:spPr>
          <a:xfrm>
            <a:off x="3394791" y="3910446"/>
            <a:ext cx="2354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 name="Google Shape;56;p13"/>
          <p:cNvSpPr txBox="1"/>
          <p:nvPr>
            <p:ph hasCustomPrompt="1" idx="18" type="title"/>
          </p:nvPr>
        </p:nvSpPr>
        <p:spPr>
          <a:xfrm>
            <a:off x="3964500" y="3087688"/>
            <a:ext cx="1215000" cy="429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57" name="Google Shape;57;p13"/>
          <p:cNvSpPr txBox="1"/>
          <p:nvPr>
            <p:ph idx="19" type="subTitle"/>
          </p:nvPr>
        </p:nvSpPr>
        <p:spPr>
          <a:xfrm>
            <a:off x="6001791" y="3516846"/>
            <a:ext cx="23544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58" name="Google Shape;58;p13"/>
          <p:cNvSpPr txBox="1"/>
          <p:nvPr>
            <p:ph idx="20" type="subTitle"/>
          </p:nvPr>
        </p:nvSpPr>
        <p:spPr>
          <a:xfrm>
            <a:off x="6001791" y="3910446"/>
            <a:ext cx="2354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 name="Google Shape;59;p13"/>
          <p:cNvSpPr txBox="1"/>
          <p:nvPr>
            <p:ph hasCustomPrompt="1" idx="21" type="title"/>
          </p:nvPr>
        </p:nvSpPr>
        <p:spPr>
          <a:xfrm>
            <a:off x="6571500" y="3087688"/>
            <a:ext cx="1215000" cy="429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4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7">
    <p:spTree>
      <p:nvGrpSpPr>
        <p:cNvPr id="60" name="Shape 60"/>
        <p:cNvGrpSpPr/>
        <p:nvPr/>
      </p:nvGrpSpPr>
      <p:grpSpPr>
        <a:xfrm>
          <a:off x="0" y="0"/>
          <a:ext cx="0" cy="0"/>
          <a:chOff x="0" y="0"/>
          <a:chExt cx="0" cy="0"/>
        </a:xfrm>
      </p:grpSpPr>
      <p:sp>
        <p:nvSpPr>
          <p:cNvPr id="61" name="Google Shape;61;p14"/>
          <p:cNvSpPr txBox="1"/>
          <p:nvPr>
            <p:ph type="title"/>
          </p:nvPr>
        </p:nvSpPr>
        <p:spPr>
          <a:xfrm>
            <a:off x="2464800" y="3355099"/>
            <a:ext cx="5966100" cy="812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5000"/>
              <a:buNone/>
              <a:defRPr sz="5000">
                <a:solidFill>
                  <a:schemeClr val="lt2"/>
                </a:solidFill>
                <a:highlight>
                  <a:schemeClr val="dk2"/>
                </a:highlight>
              </a:defRPr>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62" name="Google Shape;62;p14"/>
          <p:cNvSpPr txBox="1"/>
          <p:nvPr>
            <p:ph hasCustomPrompt="1" idx="2" type="title"/>
          </p:nvPr>
        </p:nvSpPr>
        <p:spPr>
          <a:xfrm>
            <a:off x="7057800" y="2537600"/>
            <a:ext cx="1373100" cy="741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5000"/>
              <a:buNone/>
              <a:defRPr sz="6500">
                <a:solidFill>
                  <a:schemeClr val="dk2"/>
                </a:solidFill>
              </a:defRPr>
            </a:lvl1pPr>
            <a:lvl2pPr lvl="1" rtl="0" algn="r">
              <a:spcBef>
                <a:spcPts val="0"/>
              </a:spcBef>
              <a:spcAft>
                <a:spcPts val="0"/>
              </a:spcAft>
              <a:buSzPts val="5000"/>
              <a:buNone/>
              <a:defRPr sz="5000"/>
            </a:lvl2pPr>
            <a:lvl3pPr lvl="2" rtl="0" algn="r">
              <a:spcBef>
                <a:spcPts val="0"/>
              </a:spcBef>
              <a:spcAft>
                <a:spcPts val="0"/>
              </a:spcAft>
              <a:buSzPts val="5000"/>
              <a:buNone/>
              <a:defRPr sz="5000"/>
            </a:lvl3pPr>
            <a:lvl4pPr lvl="3" rtl="0" algn="r">
              <a:spcBef>
                <a:spcPts val="0"/>
              </a:spcBef>
              <a:spcAft>
                <a:spcPts val="0"/>
              </a:spcAft>
              <a:buSzPts val="5000"/>
              <a:buNone/>
              <a:defRPr sz="5000"/>
            </a:lvl4pPr>
            <a:lvl5pPr lvl="4" rtl="0" algn="r">
              <a:spcBef>
                <a:spcPts val="0"/>
              </a:spcBef>
              <a:spcAft>
                <a:spcPts val="0"/>
              </a:spcAft>
              <a:buSzPts val="5000"/>
              <a:buNone/>
              <a:defRPr sz="5000"/>
            </a:lvl5pPr>
            <a:lvl6pPr lvl="5" rtl="0" algn="r">
              <a:spcBef>
                <a:spcPts val="0"/>
              </a:spcBef>
              <a:spcAft>
                <a:spcPts val="0"/>
              </a:spcAft>
              <a:buSzPts val="5000"/>
              <a:buNone/>
              <a:defRPr sz="5000"/>
            </a:lvl6pPr>
            <a:lvl7pPr lvl="6" rtl="0" algn="r">
              <a:spcBef>
                <a:spcPts val="0"/>
              </a:spcBef>
              <a:spcAft>
                <a:spcPts val="0"/>
              </a:spcAft>
              <a:buSzPts val="5000"/>
              <a:buNone/>
              <a:defRPr sz="5000"/>
            </a:lvl7pPr>
            <a:lvl8pPr lvl="7" rtl="0" algn="r">
              <a:spcBef>
                <a:spcPts val="0"/>
              </a:spcBef>
              <a:spcAft>
                <a:spcPts val="0"/>
              </a:spcAft>
              <a:buSzPts val="5000"/>
              <a:buNone/>
              <a:defRPr sz="5000"/>
            </a:lvl8pPr>
            <a:lvl9pPr lvl="8" rtl="0" algn="r">
              <a:spcBef>
                <a:spcPts val="0"/>
              </a:spcBef>
              <a:spcAft>
                <a:spcPts val="0"/>
              </a:spcAft>
              <a:buSzPts val="5000"/>
              <a:buNone/>
              <a:defRPr sz="5000"/>
            </a:lvl9pPr>
          </a:lstStyle>
          <a:p>
            <a:r>
              <a:t>xx%</a:t>
            </a:r>
          </a:p>
        </p:txBody>
      </p:sp>
      <p:sp>
        <p:nvSpPr>
          <p:cNvPr id="63" name="Google Shape;63;p14"/>
          <p:cNvSpPr txBox="1"/>
          <p:nvPr>
            <p:ph idx="1" type="subTitle"/>
          </p:nvPr>
        </p:nvSpPr>
        <p:spPr>
          <a:xfrm>
            <a:off x="3980700" y="4202799"/>
            <a:ext cx="4450200" cy="404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solidFill>
                  <a:schemeClr val="dk1"/>
                </a:solidFill>
              </a:defRPr>
            </a:lvl1pPr>
            <a:lvl2pPr lvl="1" rtl="0" algn="r">
              <a:lnSpc>
                <a:spcPct val="100000"/>
              </a:lnSpc>
              <a:spcBef>
                <a:spcPts val="0"/>
              </a:spcBef>
              <a:spcAft>
                <a:spcPts val="0"/>
              </a:spcAft>
              <a:buSzPts val="1800"/>
              <a:buNone/>
              <a:defRPr sz="1800"/>
            </a:lvl2pPr>
            <a:lvl3pPr lvl="2" rtl="0" algn="r">
              <a:lnSpc>
                <a:spcPct val="100000"/>
              </a:lnSpc>
              <a:spcBef>
                <a:spcPts val="0"/>
              </a:spcBef>
              <a:spcAft>
                <a:spcPts val="0"/>
              </a:spcAft>
              <a:buSzPts val="1800"/>
              <a:buNone/>
              <a:defRPr sz="1800"/>
            </a:lvl3pPr>
            <a:lvl4pPr lvl="3" rtl="0" algn="r">
              <a:lnSpc>
                <a:spcPct val="100000"/>
              </a:lnSpc>
              <a:spcBef>
                <a:spcPts val="0"/>
              </a:spcBef>
              <a:spcAft>
                <a:spcPts val="0"/>
              </a:spcAft>
              <a:buSzPts val="1800"/>
              <a:buNone/>
              <a:defRPr sz="1800"/>
            </a:lvl4pPr>
            <a:lvl5pPr lvl="4" rtl="0" algn="r">
              <a:lnSpc>
                <a:spcPct val="100000"/>
              </a:lnSpc>
              <a:spcBef>
                <a:spcPts val="0"/>
              </a:spcBef>
              <a:spcAft>
                <a:spcPts val="0"/>
              </a:spcAft>
              <a:buSzPts val="1800"/>
              <a:buNone/>
              <a:defRPr sz="1800"/>
            </a:lvl5pPr>
            <a:lvl6pPr lvl="5" rtl="0" algn="r">
              <a:lnSpc>
                <a:spcPct val="100000"/>
              </a:lnSpc>
              <a:spcBef>
                <a:spcPts val="0"/>
              </a:spcBef>
              <a:spcAft>
                <a:spcPts val="0"/>
              </a:spcAft>
              <a:buSzPts val="1800"/>
              <a:buNone/>
              <a:defRPr sz="1800"/>
            </a:lvl6pPr>
            <a:lvl7pPr lvl="6" rtl="0" algn="r">
              <a:lnSpc>
                <a:spcPct val="100000"/>
              </a:lnSpc>
              <a:spcBef>
                <a:spcPts val="0"/>
              </a:spcBef>
              <a:spcAft>
                <a:spcPts val="0"/>
              </a:spcAft>
              <a:buSzPts val="1800"/>
              <a:buNone/>
              <a:defRPr sz="1800"/>
            </a:lvl7pPr>
            <a:lvl8pPr lvl="7" rtl="0" algn="r">
              <a:lnSpc>
                <a:spcPct val="100000"/>
              </a:lnSpc>
              <a:spcBef>
                <a:spcPts val="0"/>
              </a:spcBef>
              <a:spcAft>
                <a:spcPts val="0"/>
              </a:spcAft>
              <a:buSzPts val="1800"/>
              <a:buNone/>
              <a:defRPr sz="1800"/>
            </a:lvl8pPr>
            <a:lvl9pPr lvl="8" rtl="0" algn="r">
              <a:lnSpc>
                <a:spcPct val="100000"/>
              </a:lnSpc>
              <a:spcBef>
                <a:spcPts val="0"/>
              </a:spcBef>
              <a:spcAft>
                <a:spcPts val="0"/>
              </a:spcAft>
              <a:buSzPts val="1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BLANK_8">
    <p:spTree>
      <p:nvGrpSpPr>
        <p:cNvPr id="64" name="Shape 64"/>
        <p:cNvGrpSpPr/>
        <p:nvPr/>
      </p:nvGrpSpPr>
      <p:grpSpPr>
        <a:xfrm>
          <a:off x="0" y="0"/>
          <a:ext cx="0" cy="0"/>
          <a:chOff x="0" y="0"/>
          <a:chExt cx="0" cy="0"/>
        </a:xfrm>
      </p:grpSpPr>
      <p:sp>
        <p:nvSpPr>
          <p:cNvPr id="65" name="Google Shape;65;p15"/>
          <p:cNvSpPr txBox="1"/>
          <p:nvPr>
            <p:ph type="title"/>
          </p:nvPr>
        </p:nvSpPr>
        <p:spPr>
          <a:xfrm>
            <a:off x="713100" y="3351688"/>
            <a:ext cx="5966100" cy="812100"/>
          </a:xfrm>
          <a:prstGeom prst="rect">
            <a:avLst/>
          </a:prstGeom>
        </p:spPr>
        <p:txBody>
          <a:bodyPr anchorCtr="0" anchor="ctr" bIns="91425" lIns="91425" spcFirstLastPara="1" rIns="91425" wrap="square" tIns="91425">
            <a:noAutofit/>
          </a:bodyPr>
          <a:lstStyle>
            <a:lvl1pPr lvl="0" rtl="0">
              <a:spcBef>
                <a:spcPts val="0"/>
              </a:spcBef>
              <a:spcAft>
                <a:spcPts val="0"/>
              </a:spcAft>
              <a:buSzPts val="5000"/>
              <a:buNone/>
              <a:defRPr sz="5000">
                <a:solidFill>
                  <a:schemeClr val="lt2"/>
                </a:solidFill>
                <a:highlight>
                  <a:schemeClr val="dk2"/>
                </a:highlight>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6" name="Google Shape;66;p15"/>
          <p:cNvSpPr txBox="1"/>
          <p:nvPr>
            <p:ph hasCustomPrompt="1" idx="2" type="title"/>
          </p:nvPr>
        </p:nvSpPr>
        <p:spPr>
          <a:xfrm>
            <a:off x="713100" y="2534189"/>
            <a:ext cx="1373100" cy="741300"/>
          </a:xfrm>
          <a:prstGeom prst="rect">
            <a:avLst/>
          </a:prstGeom>
        </p:spPr>
        <p:txBody>
          <a:bodyPr anchorCtr="0" anchor="ctr" bIns="91425" lIns="91425" spcFirstLastPara="1" rIns="91425" wrap="square" tIns="91425">
            <a:noAutofit/>
          </a:bodyPr>
          <a:lstStyle>
            <a:lvl1pPr lvl="0" rtl="0">
              <a:spcBef>
                <a:spcPts val="0"/>
              </a:spcBef>
              <a:spcAft>
                <a:spcPts val="0"/>
              </a:spcAft>
              <a:buSzPts val="5000"/>
              <a:buNone/>
              <a:defRPr sz="6500">
                <a:solidFill>
                  <a:schemeClr val="dk2"/>
                </a:solidFill>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67" name="Google Shape;67;p15"/>
          <p:cNvSpPr txBox="1"/>
          <p:nvPr>
            <p:ph idx="1" type="subTitle"/>
          </p:nvPr>
        </p:nvSpPr>
        <p:spPr>
          <a:xfrm>
            <a:off x="713100" y="4199388"/>
            <a:ext cx="4450200" cy="4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BLANK_21">
    <p:bg>
      <p:bgPr>
        <a:solidFill>
          <a:schemeClr val="lt1"/>
        </a:solidFill>
      </p:bgPr>
    </p:bg>
    <p:spTree>
      <p:nvGrpSpPr>
        <p:cNvPr id="68" name="Shape 68"/>
        <p:cNvGrpSpPr/>
        <p:nvPr/>
      </p:nvGrpSpPr>
      <p:grpSpPr>
        <a:xfrm>
          <a:off x="0" y="0"/>
          <a:ext cx="0" cy="0"/>
          <a:chOff x="0" y="0"/>
          <a:chExt cx="0" cy="0"/>
        </a:xfrm>
      </p:grpSpPr>
      <p:sp>
        <p:nvSpPr>
          <p:cNvPr id="69" name="Google Shape;69;p16"/>
          <p:cNvSpPr txBox="1"/>
          <p:nvPr>
            <p:ph type="title"/>
          </p:nvPr>
        </p:nvSpPr>
        <p:spPr>
          <a:xfrm>
            <a:off x="2464800" y="1356899"/>
            <a:ext cx="5966100" cy="812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5000"/>
              <a:buNone/>
              <a:defRPr sz="5000">
                <a:solidFill>
                  <a:schemeClr val="lt2"/>
                </a:solidFill>
                <a:highlight>
                  <a:schemeClr val="dk2"/>
                </a:highlight>
              </a:defRPr>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70" name="Google Shape;70;p16"/>
          <p:cNvSpPr txBox="1"/>
          <p:nvPr>
            <p:ph hasCustomPrompt="1" idx="2" type="title"/>
          </p:nvPr>
        </p:nvSpPr>
        <p:spPr>
          <a:xfrm>
            <a:off x="7057800" y="539400"/>
            <a:ext cx="1373100" cy="741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5000"/>
              <a:buNone/>
              <a:defRPr sz="6500">
                <a:solidFill>
                  <a:schemeClr val="dk2"/>
                </a:solidFill>
              </a:defRPr>
            </a:lvl1pPr>
            <a:lvl2pPr lvl="1" rtl="0" algn="r">
              <a:spcBef>
                <a:spcPts val="0"/>
              </a:spcBef>
              <a:spcAft>
                <a:spcPts val="0"/>
              </a:spcAft>
              <a:buSzPts val="5000"/>
              <a:buNone/>
              <a:defRPr sz="5000"/>
            </a:lvl2pPr>
            <a:lvl3pPr lvl="2" rtl="0" algn="r">
              <a:spcBef>
                <a:spcPts val="0"/>
              </a:spcBef>
              <a:spcAft>
                <a:spcPts val="0"/>
              </a:spcAft>
              <a:buSzPts val="5000"/>
              <a:buNone/>
              <a:defRPr sz="5000"/>
            </a:lvl3pPr>
            <a:lvl4pPr lvl="3" rtl="0" algn="r">
              <a:spcBef>
                <a:spcPts val="0"/>
              </a:spcBef>
              <a:spcAft>
                <a:spcPts val="0"/>
              </a:spcAft>
              <a:buSzPts val="5000"/>
              <a:buNone/>
              <a:defRPr sz="5000"/>
            </a:lvl4pPr>
            <a:lvl5pPr lvl="4" rtl="0" algn="r">
              <a:spcBef>
                <a:spcPts val="0"/>
              </a:spcBef>
              <a:spcAft>
                <a:spcPts val="0"/>
              </a:spcAft>
              <a:buSzPts val="5000"/>
              <a:buNone/>
              <a:defRPr sz="5000"/>
            </a:lvl5pPr>
            <a:lvl6pPr lvl="5" rtl="0" algn="r">
              <a:spcBef>
                <a:spcPts val="0"/>
              </a:spcBef>
              <a:spcAft>
                <a:spcPts val="0"/>
              </a:spcAft>
              <a:buSzPts val="5000"/>
              <a:buNone/>
              <a:defRPr sz="5000"/>
            </a:lvl6pPr>
            <a:lvl7pPr lvl="6" rtl="0" algn="r">
              <a:spcBef>
                <a:spcPts val="0"/>
              </a:spcBef>
              <a:spcAft>
                <a:spcPts val="0"/>
              </a:spcAft>
              <a:buSzPts val="5000"/>
              <a:buNone/>
              <a:defRPr sz="5000"/>
            </a:lvl7pPr>
            <a:lvl8pPr lvl="7" rtl="0" algn="r">
              <a:spcBef>
                <a:spcPts val="0"/>
              </a:spcBef>
              <a:spcAft>
                <a:spcPts val="0"/>
              </a:spcAft>
              <a:buSzPts val="5000"/>
              <a:buNone/>
              <a:defRPr sz="5000"/>
            </a:lvl8pPr>
            <a:lvl9pPr lvl="8" rtl="0" algn="r">
              <a:spcBef>
                <a:spcPts val="0"/>
              </a:spcBef>
              <a:spcAft>
                <a:spcPts val="0"/>
              </a:spcAft>
              <a:buSzPts val="5000"/>
              <a:buNone/>
              <a:defRPr sz="5000"/>
            </a:lvl9pPr>
          </a:lstStyle>
          <a:p>
            <a:r>
              <a:t>xx%</a:t>
            </a:r>
          </a:p>
        </p:txBody>
      </p:sp>
      <p:sp>
        <p:nvSpPr>
          <p:cNvPr id="71" name="Google Shape;71;p16"/>
          <p:cNvSpPr txBox="1"/>
          <p:nvPr>
            <p:ph idx="1" type="subTitle"/>
          </p:nvPr>
        </p:nvSpPr>
        <p:spPr>
          <a:xfrm>
            <a:off x="3980700" y="2204599"/>
            <a:ext cx="4450200" cy="404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solidFill>
                  <a:schemeClr val="dk1"/>
                </a:solidFill>
              </a:defRPr>
            </a:lvl1pPr>
            <a:lvl2pPr lvl="1" rtl="0" algn="r">
              <a:lnSpc>
                <a:spcPct val="100000"/>
              </a:lnSpc>
              <a:spcBef>
                <a:spcPts val="0"/>
              </a:spcBef>
              <a:spcAft>
                <a:spcPts val="0"/>
              </a:spcAft>
              <a:buSzPts val="1800"/>
              <a:buNone/>
              <a:defRPr sz="1800"/>
            </a:lvl2pPr>
            <a:lvl3pPr lvl="2" rtl="0" algn="r">
              <a:lnSpc>
                <a:spcPct val="100000"/>
              </a:lnSpc>
              <a:spcBef>
                <a:spcPts val="0"/>
              </a:spcBef>
              <a:spcAft>
                <a:spcPts val="0"/>
              </a:spcAft>
              <a:buSzPts val="1800"/>
              <a:buNone/>
              <a:defRPr sz="1800"/>
            </a:lvl3pPr>
            <a:lvl4pPr lvl="3" rtl="0" algn="r">
              <a:lnSpc>
                <a:spcPct val="100000"/>
              </a:lnSpc>
              <a:spcBef>
                <a:spcPts val="0"/>
              </a:spcBef>
              <a:spcAft>
                <a:spcPts val="0"/>
              </a:spcAft>
              <a:buSzPts val="1800"/>
              <a:buNone/>
              <a:defRPr sz="1800"/>
            </a:lvl4pPr>
            <a:lvl5pPr lvl="4" rtl="0" algn="r">
              <a:lnSpc>
                <a:spcPct val="100000"/>
              </a:lnSpc>
              <a:spcBef>
                <a:spcPts val="0"/>
              </a:spcBef>
              <a:spcAft>
                <a:spcPts val="0"/>
              </a:spcAft>
              <a:buSzPts val="1800"/>
              <a:buNone/>
              <a:defRPr sz="1800"/>
            </a:lvl5pPr>
            <a:lvl6pPr lvl="5" rtl="0" algn="r">
              <a:lnSpc>
                <a:spcPct val="100000"/>
              </a:lnSpc>
              <a:spcBef>
                <a:spcPts val="0"/>
              </a:spcBef>
              <a:spcAft>
                <a:spcPts val="0"/>
              </a:spcAft>
              <a:buSzPts val="1800"/>
              <a:buNone/>
              <a:defRPr sz="1800"/>
            </a:lvl6pPr>
            <a:lvl7pPr lvl="6" rtl="0" algn="r">
              <a:lnSpc>
                <a:spcPct val="100000"/>
              </a:lnSpc>
              <a:spcBef>
                <a:spcPts val="0"/>
              </a:spcBef>
              <a:spcAft>
                <a:spcPts val="0"/>
              </a:spcAft>
              <a:buSzPts val="1800"/>
              <a:buNone/>
              <a:defRPr sz="1800"/>
            </a:lvl7pPr>
            <a:lvl8pPr lvl="7" rtl="0" algn="r">
              <a:lnSpc>
                <a:spcPct val="100000"/>
              </a:lnSpc>
              <a:spcBef>
                <a:spcPts val="0"/>
              </a:spcBef>
              <a:spcAft>
                <a:spcPts val="0"/>
              </a:spcAft>
              <a:buSzPts val="1800"/>
              <a:buNone/>
              <a:defRPr sz="1800"/>
            </a:lvl8pPr>
            <a:lvl9pPr lvl="8" rtl="0" algn="r">
              <a:lnSpc>
                <a:spcPct val="100000"/>
              </a:lnSpc>
              <a:spcBef>
                <a:spcPts val="0"/>
              </a:spcBef>
              <a:spcAft>
                <a:spcPts val="0"/>
              </a:spcAft>
              <a:buSzPts val="18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BLANK_20">
    <p:bg>
      <p:bgPr>
        <a:solidFill>
          <a:schemeClr val="lt1"/>
        </a:solidFill>
      </p:bgPr>
    </p:bg>
    <p:spTree>
      <p:nvGrpSpPr>
        <p:cNvPr id="72" name="Shape 72"/>
        <p:cNvGrpSpPr/>
        <p:nvPr/>
      </p:nvGrpSpPr>
      <p:grpSpPr>
        <a:xfrm>
          <a:off x="0" y="0"/>
          <a:ext cx="0" cy="0"/>
          <a:chOff x="0" y="0"/>
          <a:chExt cx="0" cy="0"/>
        </a:xfrm>
      </p:grpSpPr>
      <p:sp>
        <p:nvSpPr>
          <p:cNvPr id="73" name="Google Shape;73;p17"/>
          <p:cNvSpPr txBox="1"/>
          <p:nvPr>
            <p:ph type="title"/>
          </p:nvPr>
        </p:nvSpPr>
        <p:spPr>
          <a:xfrm>
            <a:off x="1592702" y="1356950"/>
            <a:ext cx="5966100" cy="812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5000">
                <a:solidFill>
                  <a:schemeClr val="lt2"/>
                </a:solidFill>
                <a:highlight>
                  <a:schemeClr val="dk2"/>
                </a:highlight>
              </a:defRPr>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74" name="Google Shape;74;p17"/>
          <p:cNvSpPr txBox="1"/>
          <p:nvPr>
            <p:ph hasCustomPrompt="1" idx="2" type="title"/>
          </p:nvPr>
        </p:nvSpPr>
        <p:spPr>
          <a:xfrm>
            <a:off x="3889202" y="539451"/>
            <a:ext cx="1373100" cy="741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6500">
                <a:solidFill>
                  <a:schemeClr val="dk2"/>
                </a:solidFill>
              </a:defRPr>
            </a:lvl1pPr>
            <a:lvl2pPr lvl="1" rtl="0" algn="r">
              <a:spcBef>
                <a:spcPts val="0"/>
              </a:spcBef>
              <a:spcAft>
                <a:spcPts val="0"/>
              </a:spcAft>
              <a:buSzPts val="5000"/>
              <a:buNone/>
              <a:defRPr sz="5000"/>
            </a:lvl2pPr>
            <a:lvl3pPr lvl="2" rtl="0" algn="r">
              <a:spcBef>
                <a:spcPts val="0"/>
              </a:spcBef>
              <a:spcAft>
                <a:spcPts val="0"/>
              </a:spcAft>
              <a:buSzPts val="5000"/>
              <a:buNone/>
              <a:defRPr sz="5000"/>
            </a:lvl3pPr>
            <a:lvl4pPr lvl="3" rtl="0" algn="r">
              <a:spcBef>
                <a:spcPts val="0"/>
              </a:spcBef>
              <a:spcAft>
                <a:spcPts val="0"/>
              </a:spcAft>
              <a:buSzPts val="5000"/>
              <a:buNone/>
              <a:defRPr sz="5000"/>
            </a:lvl4pPr>
            <a:lvl5pPr lvl="4" rtl="0" algn="r">
              <a:spcBef>
                <a:spcPts val="0"/>
              </a:spcBef>
              <a:spcAft>
                <a:spcPts val="0"/>
              </a:spcAft>
              <a:buSzPts val="5000"/>
              <a:buNone/>
              <a:defRPr sz="5000"/>
            </a:lvl5pPr>
            <a:lvl6pPr lvl="5" rtl="0" algn="r">
              <a:spcBef>
                <a:spcPts val="0"/>
              </a:spcBef>
              <a:spcAft>
                <a:spcPts val="0"/>
              </a:spcAft>
              <a:buSzPts val="5000"/>
              <a:buNone/>
              <a:defRPr sz="5000"/>
            </a:lvl6pPr>
            <a:lvl7pPr lvl="6" rtl="0" algn="r">
              <a:spcBef>
                <a:spcPts val="0"/>
              </a:spcBef>
              <a:spcAft>
                <a:spcPts val="0"/>
              </a:spcAft>
              <a:buSzPts val="5000"/>
              <a:buNone/>
              <a:defRPr sz="5000"/>
            </a:lvl7pPr>
            <a:lvl8pPr lvl="7" rtl="0" algn="r">
              <a:spcBef>
                <a:spcPts val="0"/>
              </a:spcBef>
              <a:spcAft>
                <a:spcPts val="0"/>
              </a:spcAft>
              <a:buSzPts val="5000"/>
              <a:buNone/>
              <a:defRPr sz="5000"/>
            </a:lvl8pPr>
            <a:lvl9pPr lvl="8" rtl="0" algn="r">
              <a:spcBef>
                <a:spcPts val="0"/>
              </a:spcBef>
              <a:spcAft>
                <a:spcPts val="0"/>
              </a:spcAft>
              <a:buSzPts val="5000"/>
              <a:buNone/>
              <a:defRPr sz="5000"/>
            </a:lvl9pPr>
          </a:lstStyle>
          <a:p>
            <a:r>
              <a:t>xx%</a:t>
            </a:r>
          </a:p>
        </p:txBody>
      </p:sp>
      <p:sp>
        <p:nvSpPr>
          <p:cNvPr id="75" name="Google Shape;75;p17"/>
          <p:cNvSpPr txBox="1"/>
          <p:nvPr>
            <p:ph idx="1" type="subTitle"/>
          </p:nvPr>
        </p:nvSpPr>
        <p:spPr>
          <a:xfrm>
            <a:off x="2350652" y="2204650"/>
            <a:ext cx="4450200" cy="404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1"/>
                </a:solidFill>
              </a:defRPr>
            </a:lvl1pPr>
            <a:lvl2pPr lvl="1" rtl="0" algn="r">
              <a:lnSpc>
                <a:spcPct val="100000"/>
              </a:lnSpc>
              <a:spcBef>
                <a:spcPts val="0"/>
              </a:spcBef>
              <a:spcAft>
                <a:spcPts val="0"/>
              </a:spcAft>
              <a:buSzPts val="1800"/>
              <a:buNone/>
              <a:defRPr sz="1800"/>
            </a:lvl2pPr>
            <a:lvl3pPr lvl="2" rtl="0" algn="r">
              <a:lnSpc>
                <a:spcPct val="100000"/>
              </a:lnSpc>
              <a:spcBef>
                <a:spcPts val="0"/>
              </a:spcBef>
              <a:spcAft>
                <a:spcPts val="0"/>
              </a:spcAft>
              <a:buSzPts val="1800"/>
              <a:buNone/>
              <a:defRPr sz="1800"/>
            </a:lvl3pPr>
            <a:lvl4pPr lvl="3" rtl="0" algn="r">
              <a:lnSpc>
                <a:spcPct val="100000"/>
              </a:lnSpc>
              <a:spcBef>
                <a:spcPts val="0"/>
              </a:spcBef>
              <a:spcAft>
                <a:spcPts val="0"/>
              </a:spcAft>
              <a:buSzPts val="1800"/>
              <a:buNone/>
              <a:defRPr sz="1800"/>
            </a:lvl4pPr>
            <a:lvl5pPr lvl="4" rtl="0" algn="r">
              <a:lnSpc>
                <a:spcPct val="100000"/>
              </a:lnSpc>
              <a:spcBef>
                <a:spcPts val="0"/>
              </a:spcBef>
              <a:spcAft>
                <a:spcPts val="0"/>
              </a:spcAft>
              <a:buSzPts val="1800"/>
              <a:buNone/>
              <a:defRPr sz="1800"/>
            </a:lvl5pPr>
            <a:lvl6pPr lvl="5" rtl="0" algn="r">
              <a:lnSpc>
                <a:spcPct val="100000"/>
              </a:lnSpc>
              <a:spcBef>
                <a:spcPts val="0"/>
              </a:spcBef>
              <a:spcAft>
                <a:spcPts val="0"/>
              </a:spcAft>
              <a:buSzPts val="1800"/>
              <a:buNone/>
              <a:defRPr sz="1800"/>
            </a:lvl6pPr>
            <a:lvl7pPr lvl="6" rtl="0" algn="r">
              <a:lnSpc>
                <a:spcPct val="100000"/>
              </a:lnSpc>
              <a:spcBef>
                <a:spcPts val="0"/>
              </a:spcBef>
              <a:spcAft>
                <a:spcPts val="0"/>
              </a:spcAft>
              <a:buSzPts val="1800"/>
              <a:buNone/>
              <a:defRPr sz="1800"/>
            </a:lvl7pPr>
            <a:lvl8pPr lvl="7" rtl="0" algn="r">
              <a:lnSpc>
                <a:spcPct val="100000"/>
              </a:lnSpc>
              <a:spcBef>
                <a:spcPts val="0"/>
              </a:spcBef>
              <a:spcAft>
                <a:spcPts val="0"/>
              </a:spcAft>
              <a:buSzPts val="1800"/>
              <a:buNone/>
              <a:defRPr sz="1800"/>
            </a:lvl8pPr>
            <a:lvl9pPr lvl="8" rtl="0" algn="r">
              <a:lnSpc>
                <a:spcPct val="100000"/>
              </a:lnSpc>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5">
  <p:cSld name="BLANK_19">
    <p:bg>
      <p:bgPr>
        <a:solidFill>
          <a:schemeClr val="lt1"/>
        </a:solidFill>
      </p:bgPr>
    </p:bg>
    <p:spTree>
      <p:nvGrpSpPr>
        <p:cNvPr id="76" name="Shape 76"/>
        <p:cNvGrpSpPr/>
        <p:nvPr/>
      </p:nvGrpSpPr>
      <p:grpSpPr>
        <a:xfrm>
          <a:off x="0" y="0"/>
          <a:ext cx="0" cy="0"/>
          <a:chOff x="0" y="0"/>
          <a:chExt cx="0" cy="0"/>
        </a:xfrm>
      </p:grpSpPr>
      <p:sp>
        <p:nvSpPr>
          <p:cNvPr id="77" name="Google Shape;77;p18"/>
          <p:cNvSpPr txBox="1"/>
          <p:nvPr>
            <p:ph type="title"/>
          </p:nvPr>
        </p:nvSpPr>
        <p:spPr>
          <a:xfrm>
            <a:off x="1592702" y="3355099"/>
            <a:ext cx="5966100" cy="812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5000">
                <a:solidFill>
                  <a:schemeClr val="lt2"/>
                </a:solidFill>
                <a:highlight>
                  <a:schemeClr val="dk2"/>
                </a:highlight>
              </a:defRPr>
            </a:lvl1pPr>
            <a:lvl2pPr lvl="1" rtl="0" algn="r">
              <a:spcBef>
                <a:spcPts val="0"/>
              </a:spcBef>
              <a:spcAft>
                <a:spcPts val="0"/>
              </a:spcAft>
              <a:buSzPts val="3600"/>
              <a:buNone/>
              <a:defRPr sz="3600"/>
            </a:lvl2pPr>
            <a:lvl3pPr lvl="2" rtl="0" algn="r">
              <a:spcBef>
                <a:spcPts val="0"/>
              </a:spcBef>
              <a:spcAft>
                <a:spcPts val="0"/>
              </a:spcAft>
              <a:buSzPts val="3600"/>
              <a:buNone/>
              <a:defRPr sz="3600"/>
            </a:lvl3pPr>
            <a:lvl4pPr lvl="3" rtl="0" algn="r">
              <a:spcBef>
                <a:spcPts val="0"/>
              </a:spcBef>
              <a:spcAft>
                <a:spcPts val="0"/>
              </a:spcAft>
              <a:buSzPts val="3600"/>
              <a:buNone/>
              <a:defRPr sz="3600"/>
            </a:lvl4pPr>
            <a:lvl5pPr lvl="4" rtl="0" algn="r">
              <a:spcBef>
                <a:spcPts val="0"/>
              </a:spcBef>
              <a:spcAft>
                <a:spcPts val="0"/>
              </a:spcAft>
              <a:buSzPts val="3600"/>
              <a:buNone/>
              <a:defRPr sz="3600"/>
            </a:lvl5pPr>
            <a:lvl6pPr lvl="5" rtl="0" algn="r">
              <a:spcBef>
                <a:spcPts val="0"/>
              </a:spcBef>
              <a:spcAft>
                <a:spcPts val="0"/>
              </a:spcAft>
              <a:buSzPts val="3600"/>
              <a:buNone/>
              <a:defRPr sz="3600"/>
            </a:lvl6pPr>
            <a:lvl7pPr lvl="6" rtl="0" algn="r">
              <a:spcBef>
                <a:spcPts val="0"/>
              </a:spcBef>
              <a:spcAft>
                <a:spcPts val="0"/>
              </a:spcAft>
              <a:buSzPts val="3600"/>
              <a:buNone/>
              <a:defRPr sz="3600"/>
            </a:lvl7pPr>
            <a:lvl8pPr lvl="7" rtl="0" algn="r">
              <a:spcBef>
                <a:spcPts val="0"/>
              </a:spcBef>
              <a:spcAft>
                <a:spcPts val="0"/>
              </a:spcAft>
              <a:buSzPts val="3600"/>
              <a:buNone/>
              <a:defRPr sz="3600"/>
            </a:lvl8pPr>
            <a:lvl9pPr lvl="8" rtl="0" algn="r">
              <a:spcBef>
                <a:spcPts val="0"/>
              </a:spcBef>
              <a:spcAft>
                <a:spcPts val="0"/>
              </a:spcAft>
              <a:buSzPts val="3600"/>
              <a:buNone/>
              <a:defRPr sz="3600"/>
            </a:lvl9pPr>
          </a:lstStyle>
          <a:p/>
        </p:txBody>
      </p:sp>
      <p:sp>
        <p:nvSpPr>
          <p:cNvPr id="78" name="Google Shape;78;p18"/>
          <p:cNvSpPr txBox="1"/>
          <p:nvPr>
            <p:ph hasCustomPrompt="1" idx="2" type="title"/>
          </p:nvPr>
        </p:nvSpPr>
        <p:spPr>
          <a:xfrm>
            <a:off x="3889202" y="2537600"/>
            <a:ext cx="1373100" cy="741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6500">
                <a:solidFill>
                  <a:schemeClr val="dk2"/>
                </a:solidFill>
              </a:defRPr>
            </a:lvl1pPr>
            <a:lvl2pPr lvl="1" rtl="0" algn="r">
              <a:spcBef>
                <a:spcPts val="0"/>
              </a:spcBef>
              <a:spcAft>
                <a:spcPts val="0"/>
              </a:spcAft>
              <a:buSzPts val="5000"/>
              <a:buNone/>
              <a:defRPr sz="5000"/>
            </a:lvl2pPr>
            <a:lvl3pPr lvl="2" rtl="0" algn="r">
              <a:spcBef>
                <a:spcPts val="0"/>
              </a:spcBef>
              <a:spcAft>
                <a:spcPts val="0"/>
              </a:spcAft>
              <a:buSzPts val="5000"/>
              <a:buNone/>
              <a:defRPr sz="5000"/>
            </a:lvl3pPr>
            <a:lvl4pPr lvl="3" rtl="0" algn="r">
              <a:spcBef>
                <a:spcPts val="0"/>
              </a:spcBef>
              <a:spcAft>
                <a:spcPts val="0"/>
              </a:spcAft>
              <a:buSzPts val="5000"/>
              <a:buNone/>
              <a:defRPr sz="5000"/>
            </a:lvl4pPr>
            <a:lvl5pPr lvl="4" rtl="0" algn="r">
              <a:spcBef>
                <a:spcPts val="0"/>
              </a:spcBef>
              <a:spcAft>
                <a:spcPts val="0"/>
              </a:spcAft>
              <a:buSzPts val="5000"/>
              <a:buNone/>
              <a:defRPr sz="5000"/>
            </a:lvl5pPr>
            <a:lvl6pPr lvl="5" rtl="0" algn="r">
              <a:spcBef>
                <a:spcPts val="0"/>
              </a:spcBef>
              <a:spcAft>
                <a:spcPts val="0"/>
              </a:spcAft>
              <a:buSzPts val="5000"/>
              <a:buNone/>
              <a:defRPr sz="5000"/>
            </a:lvl6pPr>
            <a:lvl7pPr lvl="6" rtl="0" algn="r">
              <a:spcBef>
                <a:spcPts val="0"/>
              </a:spcBef>
              <a:spcAft>
                <a:spcPts val="0"/>
              </a:spcAft>
              <a:buSzPts val="5000"/>
              <a:buNone/>
              <a:defRPr sz="5000"/>
            </a:lvl7pPr>
            <a:lvl8pPr lvl="7" rtl="0" algn="r">
              <a:spcBef>
                <a:spcPts val="0"/>
              </a:spcBef>
              <a:spcAft>
                <a:spcPts val="0"/>
              </a:spcAft>
              <a:buSzPts val="5000"/>
              <a:buNone/>
              <a:defRPr sz="5000"/>
            </a:lvl8pPr>
            <a:lvl9pPr lvl="8" rtl="0" algn="r">
              <a:spcBef>
                <a:spcPts val="0"/>
              </a:spcBef>
              <a:spcAft>
                <a:spcPts val="0"/>
              </a:spcAft>
              <a:buSzPts val="5000"/>
              <a:buNone/>
              <a:defRPr sz="5000"/>
            </a:lvl9pPr>
          </a:lstStyle>
          <a:p>
            <a:r>
              <a:t>xx%</a:t>
            </a:r>
          </a:p>
        </p:txBody>
      </p:sp>
      <p:sp>
        <p:nvSpPr>
          <p:cNvPr id="79" name="Google Shape;79;p18"/>
          <p:cNvSpPr txBox="1"/>
          <p:nvPr>
            <p:ph idx="1" type="subTitle"/>
          </p:nvPr>
        </p:nvSpPr>
        <p:spPr>
          <a:xfrm>
            <a:off x="2350652" y="4202799"/>
            <a:ext cx="4450200" cy="404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1"/>
                </a:solidFill>
              </a:defRPr>
            </a:lvl1pPr>
            <a:lvl2pPr lvl="1" rtl="0" algn="r">
              <a:lnSpc>
                <a:spcPct val="100000"/>
              </a:lnSpc>
              <a:spcBef>
                <a:spcPts val="0"/>
              </a:spcBef>
              <a:spcAft>
                <a:spcPts val="0"/>
              </a:spcAft>
              <a:buSzPts val="1800"/>
              <a:buNone/>
              <a:defRPr sz="1800"/>
            </a:lvl2pPr>
            <a:lvl3pPr lvl="2" rtl="0" algn="r">
              <a:lnSpc>
                <a:spcPct val="100000"/>
              </a:lnSpc>
              <a:spcBef>
                <a:spcPts val="0"/>
              </a:spcBef>
              <a:spcAft>
                <a:spcPts val="0"/>
              </a:spcAft>
              <a:buSzPts val="1800"/>
              <a:buNone/>
              <a:defRPr sz="1800"/>
            </a:lvl3pPr>
            <a:lvl4pPr lvl="3" rtl="0" algn="r">
              <a:lnSpc>
                <a:spcPct val="100000"/>
              </a:lnSpc>
              <a:spcBef>
                <a:spcPts val="0"/>
              </a:spcBef>
              <a:spcAft>
                <a:spcPts val="0"/>
              </a:spcAft>
              <a:buSzPts val="1800"/>
              <a:buNone/>
              <a:defRPr sz="1800"/>
            </a:lvl4pPr>
            <a:lvl5pPr lvl="4" rtl="0" algn="r">
              <a:lnSpc>
                <a:spcPct val="100000"/>
              </a:lnSpc>
              <a:spcBef>
                <a:spcPts val="0"/>
              </a:spcBef>
              <a:spcAft>
                <a:spcPts val="0"/>
              </a:spcAft>
              <a:buSzPts val="1800"/>
              <a:buNone/>
              <a:defRPr sz="1800"/>
            </a:lvl5pPr>
            <a:lvl6pPr lvl="5" rtl="0" algn="r">
              <a:lnSpc>
                <a:spcPct val="100000"/>
              </a:lnSpc>
              <a:spcBef>
                <a:spcPts val="0"/>
              </a:spcBef>
              <a:spcAft>
                <a:spcPts val="0"/>
              </a:spcAft>
              <a:buSzPts val="1800"/>
              <a:buNone/>
              <a:defRPr sz="1800"/>
            </a:lvl6pPr>
            <a:lvl7pPr lvl="6" rtl="0" algn="r">
              <a:lnSpc>
                <a:spcPct val="100000"/>
              </a:lnSpc>
              <a:spcBef>
                <a:spcPts val="0"/>
              </a:spcBef>
              <a:spcAft>
                <a:spcPts val="0"/>
              </a:spcAft>
              <a:buSzPts val="1800"/>
              <a:buNone/>
              <a:defRPr sz="1800"/>
            </a:lvl7pPr>
            <a:lvl8pPr lvl="7" rtl="0" algn="r">
              <a:lnSpc>
                <a:spcPct val="100000"/>
              </a:lnSpc>
              <a:spcBef>
                <a:spcPts val="0"/>
              </a:spcBef>
              <a:spcAft>
                <a:spcPts val="0"/>
              </a:spcAft>
              <a:buSzPts val="1800"/>
              <a:buNone/>
              <a:defRPr sz="1800"/>
            </a:lvl8pPr>
            <a:lvl9pPr lvl="8" rtl="0" algn="r">
              <a:lnSpc>
                <a:spcPct val="100000"/>
              </a:lnSpc>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6">
    <p:spTree>
      <p:nvGrpSpPr>
        <p:cNvPr id="80" name="Shape 80"/>
        <p:cNvGrpSpPr/>
        <p:nvPr/>
      </p:nvGrpSpPr>
      <p:grpSpPr>
        <a:xfrm>
          <a:off x="0" y="0"/>
          <a:ext cx="0" cy="0"/>
          <a:chOff x="0" y="0"/>
          <a:chExt cx="0" cy="0"/>
        </a:xfrm>
      </p:grpSpPr>
      <p:sp>
        <p:nvSpPr>
          <p:cNvPr id="81" name="Google Shape;81;p19"/>
          <p:cNvSpPr txBox="1"/>
          <p:nvPr>
            <p:ph type="title"/>
          </p:nvPr>
        </p:nvSpPr>
        <p:spPr>
          <a:xfrm>
            <a:off x="5039688" y="2594378"/>
            <a:ext cx="3389700" cy="3879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lt1"/>
              </a:buClr>
              <a:buSzPts val="2000"/>
              <a:buNone/>
              <a:defRPr sz="1800">
                <a:solidFill>
                  <a:schemeClr val="lt1"/>
                </a:solidFill>
                <a:highlight>
                  <a:schemeClr val="dk2"/>
                </a:highlight>
              </a:defRPr>
            </a:lvl1pPr>
            <a:lvl2pPr lvl="1" rtl="0" algn="ctr">
              <a:spcBef>
                <a:spcPts val="0"/>
              </a:spcBef>
              <a:spcAft>
                <a:spcPts val="0"/>
              </a:spcAft>
              <a:buClr>
                <a:schemeClr val="lt1"/>
              </a:buClr>
              <a:buSzPts val="2000"/>
              <a:buNone/>
              <a:defRPr sz="2000">
                <a:solidFill>
                  <a:schemeClr val="lt1"/>
                </a:solidFill>
                <a:highlight>
                  <a:schemeClr val="dk2"/>
                </a:highlight>
              </a:defRPr>
            </a:lvl2pPr>
            <a:lvl3pPr lvl="2" rtl="0" algn="ctr">
              <a:spcBef>
                <a:spcPts val="0"/>
              </a:spcBef>
              <a:spcAft>
                <a:spcPts val="0"/>
              </a:spcAft>
              <a:buClr>
                <a:schemeClr val="lt1"/>
              </a:buClr>
              <a:buSzPts val="2000"/>
              <a:buNone/>
              <a:defRPr sz="2000">
                <a:solidFill>
                  <a:schemeClr val="lt1"/>
                </a:solidFill>
                <a:highlight>
                  <a:schemeClr val="dk2"/>
                </a:highlight>
              </a:defRPr>
            </a:lvl3pPr>
            <a:lvl4pPr lvl="3" rtl="0" algn="ctr">
              <a:spcBef>
                <a:spcPts val="0"/>
              </a:spcBef>
              <a:spcAft>
                <a:spcPts val="0"/>
              </a:spcAft>
              <a:buClr>
                <a:schemeClr val="lt1"/>
              </a:buClr>
              <a:buSzPts val="2000"/>
              <a:buNone/>
              <a:defRPr sz="2000">
                <a:solidFill>
                  <a:schemeClr val="lt1"/>
                </a:solidFill>
                <a:highlight>
                  <a:schemeClr val="dk2"/>
                </a:highlight>
              </a:defRPr>
            </a:lvl4pPr>
            <a:lvl5pPr lvl="4" rtl="0" algn="ctr">
              <a:spcBef>
                <a:spcPts val="0"/>
              </a:spcBef>
              <a:spcAft>
                <a:spcPts val="0"/>
              </a:spcAft>
              <a:buClr>
                <a:schemeClr val="lt1"/>
              </a:buClr>
              <a:buSzPts val="2000"/>
              <a:buNone/>
              <a:defRPr sz="2000">
                <a:solidFill>
                  <a:schemeClr val="lt1"/>
                </a:solidFill>
                <a:highlight>
                  <a:schemeClr val="dk2"/>
                </a:highlight>
              </a:defRPr>
            </a:lvl5pPr>
            <a:lvl6pPr lvl="5" rtl="0" algn="ctr">
              <a:spcBef>
                <a:spcPts val="0"/>
              </a:spcBef>
              <a:spcAft>
                <a:spcPts val="0"/>
              </a:spcAft>
              <a:buClr>
                <a:schemeClr val="lt1"/>
              </a:buClr>
              <a:buSzPts val="2000"/>
              <a:buNone/>
              <a:defRPr sz="2000">
                <a:solidFill>
                  <a:schemeClr val="lt1"/>
                </a:solidFill>
                <a:highlight>
                  <a:schemeClr val="dk2"/>
                </a:highlight>
              </a:defRPr>
            </a:lvl6pPr>
            <a:lvl7pPr lvl="6" rtl="0" algn="ctr">
              <a:spcBef>
                <a:spcPts val="0"/>
              </a:spcBef>
              <a:spcAft>
                <a:spcPts val="0"/>
              </a:spcAft>
              <a:buClr>
                <a:schemeClr val="lt1"/>
              </a:buClr>
              <a:buSzPts val="2000"/>
              <a:buNone/>
              <a:defRPr sz="2000">
                <a:solidFill>
                  <a:schemeClr val="lt1"/>
                </a:solidFill>
                <a:highlight>
                  <a:schemeClr val="dk2"/>
                </a:highlight>
              </a:defRPr>
            </a:lvl7pPr>
            <a:lvl8pPr lvl="7" rtl="0" algn="ctr">
              <a:spcBef>
                <a:spcPts val="0"/>
              </a:spcBef>
              <a:spcAft>
                <a:spcPts val="0"/>
              </a:spcAft>
              <a:buClr>
                <a:schemeClr val="lt1"/>
              </a:buClr>
              <a:buSzPts val="2000"/>
              <a:buNone/>
              <a:defRPr sz="2000">
                <a:solidFill>
                  <a:schemeClr val="lt1"/>
                </a:solidFill>
                <a:highlight>
                  <a:schemeClr val="dk2"/>
                </a:highlight>
              </a:defRPr>
            </a:lvl8pPr>
            <a:lvl9pPr lvl="8" rtl="0" algn="ctr">
              <a:spcBef>
                <a:spcPts val="0"/>
              </a:spcBef>
              <a:spcAft>
                <a:spcPts val="0"/>
              </a:spcAft>
              <a:buClr>
                <a:schemeClr val="lt1"/>
              </a:buClr>
              <a:buSzPts val="2000"/>
              <a:buNone/>
              <a:defRPr sz="2000">
                <a:solidFill>
                  <a:schemeClr val="lt1"/>
                </a:solidFill>
                <a:highlight>
                  <a:schemeClr val="dk2"/>
                </a:highlight>
              </a:defRPr>
            </a:lvl9pPr>
          </a:lstStyle>
          <a:p/>
        </p:txBody>
      </p:sp>
      <p:sp>
        <p:nvSpPr>
          <p:cNvPr id="82" name="Google Shape;82;p19"/>
          <p:cNvSpPr txBox="1"/>
          <p:nvPr>
            <p:ph idx="1" type="subTitle"/>
          </p:nvPr>
        </p:nvSpPr>
        <p:spPr>
          <a:xfrm>
            <a:off x="4071475" y="828302"/>
            <a:ext cx="4357800" cy="1643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200"/>
              <a:buNone/>
              <a:defRPr sz="2400">
                <a:solidFill>
                  <a:schemeClr val="dk1"/>
                </a:solidFill>
              </a:defRPr>
            </a:lvl1pPr>
            <a:lvl2pPr lvl="1" rtl="0" algn="ctr">
              <a:lnSpc>
                <a:spcPct val="100000"/>
              </a:lnSpc>
              <a:spcBef>
                <a:spcPts val="0"/>
              </a:spcBef>
              <a:spcAft>
                <a:spcPts val="0"/>
              </a:spcAft>
              <a:buSzPts val="2200"/>
              <a:buNone/>
              <a:defRPr sz="2200"/>
            </a:lvl2pPr>
            <a:lvl3pPr lvl="2" rtl="0" algn="ctr">
              <a:lnSpc>
                <a:spcPct val="100000"/>
              </a:lnSpc>
              <a:spcBef>
                <a:spcPts val="0"/>
              </a:spcBef>
              <a:spcAft>
                <a:spcPts val="0"/>
              </a:spcAft>
              <a:buSzPts val="2200"/>
              <a:buNone/>
              <a:defRPr sz="2200"/>
            </a:lvl3pPr>
            <a:lvl4pPr lvl="3" rtl="0" algn="ctr">
              <a:lnSpc>
                <a:spcPct val="100000"/>
              </a:lnSpc>
              <a:spcBef>
                <a:spcPts val="0"/>
              </a:spcBef>
              <a:spcAft>
                <a:spcPts val="0"/>
              </a:spcAft>
              <a:buSzPts val="2200"/>
              <a:buNone/>
              <a:defRPr sz="2200"/>
            </a:lvl4pPr>
            <a:lvl5pPr lvl="4" rtl="0" algn="ctr">
              <a:lnSpc>
                <a:spcPct val="100000"/>
              </a:lnSpc>
              <a:spcBef>
                <a:spcPts val="0"/>
              </a:spcBef>
              <a:spcAft>
                <a:spcPts val="0"/>
              </a:spcAft>
              <a:buSzPts val="2200"/>
              <a:buNone/>
              <a:defRPr sz="2200"/>
            </a:lvl5pPr>
            <a:lvl6pPr lvl="5" rtl="0" algn="ctr">
              <a:lnSpc>
                <a:spcPct val="100000"/>
              </a:lnSpc>
              <a:spcBef>
                <a:spcPts val="0"/>
              </a:spcBef>
              <a:spcAft>
                <a:spcPts val="0"/>
              </a:spcAft>
              <a:buSzPts val="2200"/>
              <a:buNone/>
              <a:defRPr sz="2200"/>
            </a:lvl6pPr>
            <a:lvl7pPr lvl="6" rtl="0" algn="ctr">
              <a:lnSpc>
                <a:spcPct val="100000"/>
              </a:lnSpc>
              <a:spcBef>
                <a:spcPts val="0"/>
              </a:spcBef>
              <a:spcAft>
                <a:spcPts val="0"/>
              </a:spcAft>
              <a:buSzPts val="2200"/>
              <a:buNone/>
              <a:defRPr sz="2200"/>
            </a:lvl7pPr>
            <a:lvl8pPr lvl="7" rtl="0" algn="ctr">
              <a:lnSpc>
                <a:spcPct val="100000"/>
              </a:lnSpc>
              <a:spcBef>
                <a:spcPts val="0"/>
              </a:spcBef>
              <a:spcAft>
                <a:spcPts val="0"/>
              </a:spcAft>
              <a:buSzPts val="2200"/>
              <a:buNone/>
              <a:defRPr sz="2200"/>
            </a:lvl8pPr>
            <a:lvl9pPr lvl="8" rtl="0" algn="ctr">
              <a:lnSpc>
                <a:spcPct val="100000"/>
              </a:lnSpc>
              <a:spcBef>
                <a:spcPts val="0"/>
              </a:spcBef>
              <a:spcAft>
                <a:spcPts val="0"/>
              </a:spcAft>
              <a:buSzPts val="2200"/>
              <a:buNone/>
              <a:defRPr sz="2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BLANK_16">
    <p:spTree>
      <p:nvGrpSpPr>
        <p:cNvPr id="83" name="Shape 83"/>
        <p:cNvGrpSpPr/>
        <p:nvPr/>
      </p:nvGrpSpPr>
      <p:grpSpPr>
        <a:xfrm>
          <a:off x="0" y="0"/>
          <a:ext cx="0" cy="0"/>
          <a:chOff x="0" y="0"/>
          <a:chExt cx="0" cy="0"/>
        </a:xfrm>
      </p:grpSpPr>
      <p:sp>
        <p:nvSpPr>
          <p:cNvPr id="84" name="Google Shape;84;p20"/>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
        <p:nvSpPr>
          <p:cNvPr id="85" name="Google Shape;85;p20"/>
          <p:cNvSpPr txBox="1"/>
          <p:nvPr>
            <p:ph idx="1" type="subTitle"/>
          </p:nvPr>
        </p:nvSpPr>
        <p:spPr>
          <a:xfrm>
            <a:off x="1899701" y="1912950"/>
            <a:ext cx="1386900" cy="393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r">
              <a:lnSpc>
                <a:spcPct val="100000"/>
              </a:lnSpc>
              <a:spcBef>
                <a:spcPts val="0"/>
              </a:spcBef>
              <a:spcAft>
                <a:spcPts val="0"/>
              </a:spcAft>
              <a:buSzPts val="1800"/>
              <a:buNone/>
              <a:defRPr sz="1800"/>
            </a:lvl2pPr>
            <a:lvl3pPr lvl="2" rtl="0" algn="r">
              <a:lnSpc>
                <a:spcPct val="100000"/>
              </a:lnSpc>
              <a:spcBef>
                <a:spcPts val="0"/>
              </a:spcBef>
              <a:spcAft>
                <a:spcPts val="0"/>
              </a:spcAft>
              <a:buSzPts val="1800"/>
              <a:buNone/>
              <a:defRPr sz="1800"/>
            </a:lvl3pPr>
            <a:lvl4pPr lvl="3" rtl="0" algn="r">
              <a:lnSpc>
                <a:spcPct val="100000"/>
              </a:lnSpc>
              <a:spcBef>
                <a:spcPts val="0"/>
              </a:spcBef>
              <a:spcAft>
                <a:spcPts val="0"/>
              </a:spcAft>
              <a:buSzPts val="1800"/>
              <a:buNone/>
              <a:defRPr sz="1800"/>
            </a:lvl4pPr>
            <a:lvl5pPr lvl="4" rtl="0" algn="r">
              <a:lnSpc>
                <a:spcPct val="100000"/>
              </a:lnSpc>
              <a:spcBef>
                <a:spcPts val="0"/>
              </a:spcBef>
              <a:spcAft>
                <a:spcPts val="0"/>
              </a:spcAft>
              <a:buSzPts val="1800"/>
              <a:buNone/>
              <a:defRPr sz="1800"/>
            </a:lvl5pPr>
            <a:lvl6pPr lvl="5" rtl="0" algn="r">
              <a:lnSpc>
                <a:spcPct val="100000"/>
              </a:lnSpc>
              <a:spcBef>
                <a:spcPts val="0"/>
              </a:spcBef>
              <a:spcAft>
                <a:spcPts val="0"/>
              </a:spcAft>
              <a:buSzPts val="1800"/>
              <a:buNone/>
              <a:defRPr sz="1800"/>
            </a:lvl6pPr>
            <a:lvl7pPr lvl="6" rtl="0" algn="r">
              <a:lnSpc>
                <a:spcPct val="100000"/>
              </a:lnSpc>
              <a:spcBef>
                <a:spcPts val="0"/>
              </a:spcBef>
              <a:spcAft>
                <a:spcPts val="0"/>
              </a:spcAft>
              <a:buSzPts val="1800"/>
              <a:buNone/>
              <a:defRPr sz="1800"/>
            </a:lvl7pPr>
            <a:lvl8pPr lvl="7" rtl="0" algn="r">
              <a:lnSpc>
                <a:spcPct val="100000"/>
              </a:lnSpc>
              <a:spcBef>
                <a:spcPts val="0"/>
              </a:spcBef>
              <a:spcAft>
                <a:spcPts val="0"/>
              </a:spcAft>
              <a:buSzPts val="1800"/>
              <a:buNone/>
              <a:defRPr sz="1800"/>
            </a:lvl8pPr>
            <a:lvl9pPr lvl="8" rtl="0" algn="r">
              <a:lnSpc>
                <a:spcPct val="100000"/>
              </a:lnSpc>
              <a:spcBef>
                <a:spcPts val="0"/>
              </a:spcBef>
              <a:spcAft>
                <a:spcPts val="0"/>
              </a:spcAft>
              <a:buSzPts val="1800"/>
              <a:buNone/>
              <a:defRPr sz="1800"/>
            </a:lvl9pPr>
          </a:lstStyle>
          <a:p/>
        </p:txBody>
      </p:sp>
      <p:sp>
        <p:nvSpPr>
          <p:cNvPr id="86" name="Google Shape;86;p20"/>
          <p:cNvSpPr txBox="1"/>
          <p:nvPr>
            <p:ph idx="2" type="subTitle"/>
          </p:nvPr>
        </p:nvSpPr>
        <p:spPr>
          <a:xfrm>
            <a:off x="1080882" y="2306539"/>
            <a:ext cx="2205600" cy="759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87" name="Google Shape;87;p20"/>
          <p:cNvSpPr txBox="1"/>
          <p:nvPr>
            <p:ph idx="3" type="subTitle"/>
          </p:nvPr>
        </p:nvSpPr>
        <p:spPr>
          <a:xfrm>
            <a:off x="5858551" y="3077875"/>
            <a:ext cx="1386900" cy="39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sp>
        <p:nvSpPr>
          <p:cNvPr id="88" name="Google Shape;88;p20"/>
          <p:cNvSpPr txBox="1"/>
          <p:nvPr>
            <p:ph idx="4" type="subTitle"/>
          </p:nvPr>
        </p:nvSpPr>
        <p:spPr>
          <a:xfrm>
            <a:off x="5858557" y="3471475"/>
            <a:ext cx="2205600" cy="7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7">
    <p:spTree>
      <p:nvGrpSpPr>
        <p:cNvPr id="89" name="Shape 89"/>
        <p:cNvGrpSpPr/>
        <p:nvPr/>
      </p:nvGrpSpPr>
      <p:grpSpPr>
        <a:xfrm>
          <a:off x="0" y="0"/>
          <a:ext cx="0" cy="0"/>
          <a:chOff x="0" y="0"/>
          <a:chExt cx="0" cy="0"/>
        </a:xfrm>
      </p:grpSpPr>
      <p:sp>
        <p:nvSpPr>
          <p:cNvPr id="90" name="Google Shape;90;p21"/>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
        <p:nvSpPr>
          <p:cNvPr id="91" name="Google Shape;91;p21"/>
          <p:cNvSpPr txBox="1"/>
          <p:nvPr>
            <p:ph idx="1" type="body"/>
          </p:nvPr>
        </p:nvSpPr>
        <p:spPr>
          <a:xfrm>
            <a:off x="713100" y="1317450"/>
            <a:ext cx="3688200" cy="3251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2"/>
              </a:buClr>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92" name="Google Shape;92;p21"/>
          <p:cNvSpPr txBox="1"/>
          <p:nvPr>
            <p:ph idx="2" type="body"/>
          </p:nvPr>
        </p:nvSpPr>
        <p:spPr>
          <a:xfrm>
            <a:off x="4742700" y="1317450"/>
            <a:ext cx="3688200" cy="3251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2"/>
              </a:buClr>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5">
    <p:spTree>
      <p:nvGrpSpPr>
        <p:cNvPr id="93" name="Shape 93"/>
        <p:cNvGrpSpPr/>
        <p:nvPr/>
      </p:nvGrpSpPr>
      <p:grpSpPr>
        <a:xfrm>
          <a:off x="0" y="0"/>
          <a:ext cx="0" cy="0"/>
          <a:chOff x="0" y="0"/>
          <a:chExt cx="0" cy="0"/>
        </a:xfrm>
      </p:grpSpPr>
      <p:sp>
        <p:nvSpPr>
          <p:cNvPr id="94" name="Google Shape;94;p22"/>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
        <p:nvSpPr>
          <p:cNvPr id="95" name="Google Shape;95;p22"/>
          <p:cNvSpPr txBox="1"/>
          <p:nvPr>
            <p:ph idx="1" type="subTitle"/>
          </p:nvPr>
        </p:nvSpPr>
        <p:spPr>
          <a:xfrm>
            <a:off x="908301" y="3026892"/>
            <a:ext cx="22056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96" name="Google Shape;96;p22"/>
          <p:cNvSpPr txBox="1"/>
          <p:nvPr>
            <p:ph idx="2" type="subTitle"/>
          </p:nvPr>
        </p:nvSpPr>
        <p:spPr>
          <a:xfrm>
            <a:off x="908301" y="3420492"/>
            <a:ext cx="2205600" cy="82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7" name="Google Shape;97;p22"/>
          <p:cNvSpPr txBox="1"/>
          <p:nvPr>
            <p:ph idx="3" type="subTitle"/>
          </p:nvPr>
        </p:nvSpPr>
        <p:spPr>
          <a:xfrm>
            <a:off x="3469926" y="3026892"/>
            <a:ext cx="22056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98" name="Google Shape;98;p22"/>
          <p:cNvSpPr txBox="1"/>
          <p:nvPr>
            <p:ph idx="4" type="subTitle"/>
          </p:nvPr>
        </p:nvSpPr>
        <p:spPr>
          <a:xfrm>
            <a:off x="3469926" y="3420492"/>
            <a:ext cx="2205600" cy="82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 name="Google Shape;99;p22"/>
          <p:cNvSpPr txBox="1"/>
          <p:nvPr>
            <p:ph idx="5" type="subTitle"/>
          </p:nvPr>
        </p:nvSpPr>
        <p:spPr>
          <a:xfrm>
            <a:off x="6031551" y="3026892"/>
            <a:ext cx="2205600" cy="39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00" name="Google Shape;100;p22"/>
          <p:cNvSpPr txBox="1"/>
          <p:nvPr>
            <p:ph idx="6" type="subTitle"/>
          </p:nvPr>
        </p:nvSpPr>
        <p:spPr>
          <a:xfrm>
            <a:off x="6031551" y="3420492"/>
            <a:ext cx="2205600" cy="82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4">
    <p:spTree>
      <p:nvGrpSpPr>
        <p:cNvPr id="101" name="Shape 101"/>
        <p:cNvGrpSpPr/>
        <p:nvPr/>
      </p:nvGrpSpPr>
      <p:grpSpPr>
        <a:xfrm>
          <a:off x="0" y="0"/>
          <a:ext cx="0" cy="0"/>
          <a:chOff x="0" y="0"/>
          <a:chExt cx="0" cy="0"/>
        </a:xfrm>
      </p:grpSpPr>
      <p:sp>
        <p:nvSpPr>
          <p:cNvPr id="102" name="Google Shape;102;p23"/>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
        <p:nvSpPr>
          <p:cNvPr id="103" name="Google Shape;103;p23"/>
          <p:cNvSpPr txBox="1"/>
          <p:nvPr>
            <p:ph idx="1" type="subTitle"/>
          </p:nvPr>
        </p:nvSpPr>
        <p:spPr>
          <a:xfrm>
            <a:off x="2020116" y="1664394"/>
            <a:ext cx="1153500" cy="351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04" name="Google Shape;104;p23"/>
          <p:cNvSpPr txBox="1"/>
          <p:nvPr>
            <p:ph idx="2" type="subTitle"/>
          </p:nvPr>
        </p:nvSpPr>
        <p:spPr>
          <a:xfrm>
            <a:off x="968141" y="2015267"/>
            <a:ext cx="2205600" cy="7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 name="Google Shape;105;p23"/>
          <p:cNvSpPr txBox="1"/>
          <p:nvPr>
            <p:ph idx="3" type="subTitle"/>
          </p:nvPr>
        </p:nvSpPr>
        <p:spPr>
          <a:xfrm>
            <a:off x="5970766" y="1664394"/>
            <a:ext cx="1153500" cy="351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06" name="Google Shape;106;p23"/>
          <p:cNvSpPr txBox="1"/>
          <p:nvPr>
            <p:ph idx="4" type="subTitle"/>
          </p:nvPr>
        </p:nvSpPr>
        <p:spPr>
          <a:xfrm>
            <a:off x="5970766" y="2015267"/>
            <a:ext cx="2205600" cy="78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 name="Google Shape;107;p23"/>
          <p:cNvSpPr txBox="1"/>
          <p:nvPr>
            <p:ph idx="5" type="subTitle"/>
          </p:nvPr>
        </p:nvSpPr>
        <p:spPr>
          <a:xfrm>
            <a:off x="2020116" y="3134575"/>
            <a:ext cx="1153500" cy="351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08" name="Google Shape;108;p23"/>
          <p:cNvSpPr txBox="1"/>
          <p:nvPr>
            <p:ph idx="6" type="subTitle"/>
          </p:nvPr>
        </p:nvSpPr>
        <p:spPr>
          <a:xfrm>
            <a:off x="968141" y="3485573"/>
            <a:ext cx="2205600" cy="7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 name="Google Shape;109;p23"/>
          <p:cNvSpPr txBox="1"/>
          <p:nvPr>
            <p:ph idx="7" type="subTitle"/>
          </p:nvPr>
        </p:nvSpPr>
        <p:spPr>
          <a:xfrm>
            <a:off x="5970766" y="3134575"/>
            <a:ext cx="1153500" cy="351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10" name="Google Shape;110;p23"/>
          <p:cNvSpPr txBox="1"/>
          <p:nvPr>
            <p:ph idx="8" type="subTitle"/>
          </p:nvPr>
        </p:nvSpPr>
        <p:spPr>
          <a:xfrm>
            <a:off x="5970766" y="3485573"/>
            <a:ext cx="2205600" cy="78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4">
    <p:spTree>
      <p:nvGrpSpPr>
        <p:cNvPr id="111" name="Shape 111"/>
        <p:cNvGrpSpPr/>
        <p:nvPr/>
      </p:nvGrpSpPr>
      <p:grpSpPr>
        <a:xfrm>
          <a:off x="0" y="0"/>
          <a:ext cx="0" cy="0"/>
          <a:chOff x="0" y="0"/>
          <a:chExt cx="0" cy="0"/>
        </a:xfrm>
      </p:grpSpPr>
      <p:sp>
        <p:nvSpPr>
          <p:cNvPr id="112" name="Google Shape;112;p24"/>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
        <p:nvSpPr>
          <p:cNvPr id="113" name="Google Shape;113;p24"/>
          <p:cNvSpPr txBox="1"/>
          <p:nvPr>
            <p:ph idx="1" type="subTitle"/>
          </p:nvPr>
        </p:nvSpPr>
        <p:spPr>
          <a:xfrm>
            <a:off x="2372689" y="1927359"/>
            <a:ext cx="2013600" cy="351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sp>
        <p:nvSpPr>
          <p:cNvPr id="114" name="Google Shape;114;p24"/>
          <p:cNvSpPr txBox="1"/>
          <p:nvPr>
            <p:ph idx="2" type="subTitle"/>
          </p:nvPr>
        </p:nvSpPr>
        <p:spPr>
          <a:xfrm>
            <a:off x="2372689" y="2278234"/>
            <a:ext cx="20136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5" name="Google Shape;115;p24"/>
          <p:cNvSpPr txBox="1"/>
          <p:nvPr>
            <p:ph idx="3" type="subTitle"/>
          </p:nvPr>
        </p:nvSpPr>
        <p:spPr>
          <a:xfrm>
            <a:off x="6079914" y="1927359"/>
            <a:ext cx="2013600" cy="351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16" name="Google Shape;116;p24"/>
          <p:cNvSpPr txBox="1"/>
          <p:nvPr>
            <p:ph idx="4" type="subTitle"/>
          </p:nvPr>
        </p:nvSpPr>
        <p:spPr>
          <a:xfrm>
            <a:off x="6079914" y="2278234"/>
            <a:ext cx="20136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 name="Google Shape;117;p24"/>
          <p:cNvSpPr txBox="1"/>
          <p:nvPr>
            <p:ph idx="5" type="subTitle"/>
          </p:nvPr>
        </p:nvSpPr>
        <p:spPr>
          <a:xfrm>
            <a:off x="2372689" y="3557562"/>
            <a:ext cx="2013600" cy="351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sp>
        <p:nvSpPr>
          <p:cNvPr id="118" name="Google Shape;118;p24"/>
          <p:cNvSpPr txBox="1"/>
          <p:nvPr>
            <p:ph idx="6" type="subTitle"/>
          </p:nvPr>
        </p:nvSpPr>
        <p:spPr>
          <a:xfrm>
            <a:off x="2372689" y="3908561"/>
            <a:ext cx="20136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9" name="Google Shape;119;p24"/>
          <p:cNvSpPr txBox="1"/>
          <p:nvPr>
            <p:ph idx="7" type="subTitle"/>
          </p:nvPr>
        </p:nvSpPr>
        <p:spPr>
          <a:xfrm>
            <a:off x="6079914" y="3557562"/>
            <a:ext cx="2013600" cy="351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20" name="Google Shape;120;p24"/>
          <p:cNvSpPr txBox="1"/>
          <p:nvPr>
            <p:ph idx="8" type="subTitle"/>
          </p:nvPr>
        </p:nvSpPr>
        <p:spPr>
          <a:xfrm>
            <a:off x="6079914" y="3908561"/>
            <a:ext cx="20136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5">
    <p:spTree>
      <p:nvGrpSpPr>
        <p:cNvPr id="121" name="Shape 121"/>
        <p:cNvGrpSpPr/>
        <p:nvPr/>
      </p:nvGrpSpPr>
      <p:grpSpPr>
        <a:xfrm>
          <a:off x="0" y="0"/>
          <a:ext cx="0" cy="0"/>
          <a:chOff x="0" y="0"/>
          <a:chExt cx="0" cy="0"/>
        </a:xfrm>
      </p:grpSpPr>
      <p:sp>
        <p:nvSpPr>
          <p:cNvPr id="122" name="Google Shape;122;p25"/>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
        <p:nvSpPr>
          <p:cNvPr id="123" name="Google Shape;123;p25"/>
          <p:cNvSpPr txBox="1"/>
          <p:nvPr>
            <p:ph idx="2" type="title"/>
          </p:nvPr>
        </p:nvSpPr>
        <p:spPr>
          <a:xfrm>
            <a:off x="774079" y="3071843"/>
            <a:ext cx="1776300" cy="379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24" name="Google Shape;124;p25"/>
          <p:cNvSpPr txBox="1"/>
          <p:nvPr>
            <p:ph idx="1" type="subTitle"/>
          </p:nvPr>
        </p:nvSpPr>
        <p:spPr>
          <a:xfrm>
            <a:off x="774079" y="3451163"/>
            <a:ext cx="1776300" cy="76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5" name="Google Shape;125;p25"/>
          <p:cNvSpPr txBox="1"/>
          <p:nvPr>
            <p:ph idx="3" type="title"/>
          </p:nvPr>
        </p:nvSpPr>
        <p:spPr>
          <a:xfrm>
            <a:off x="2714080" y="3071843"/>
            <a:ext cx="1776300" cy="379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26" name="Google Shape;126;p25"/>
          <p:cNvSpPr txBox="1"/>
          <p:nvPr>
            <p:ph idx="4" type="subTitle"/>
          </p:nvPr>
        </p:nvSpPr>
        <p:spPr>
          <a:xfrm>
            <a:off x="2714080" y="3451163"/>
            <a:ext cx="1776300" cy="76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7" name="Google Shape;127;p25"/>
          <p:cNvSpPr txBox="1"/>
          <p:nvPr>
            <p:ph idx="5" type="title"/>
          </p:nvPr>
        </p:nvSpPr>
        <p:spPr>
          <a:xfrm>
            <a:off x="4654074" y="3071843"/>
            <a:ext cx="1776300" cy="379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28" name="Google Shape;128;p25"/>
          <p:cNvSpPr txBox="1"/>
          <p:nvPr>
            <p:ph idx="6" type="subTitle"/>
          </p:nvPr>
        </p:nvSpPr>
        <p:spPr>
          <a:xfrm>
            <a:off x="4654074" y="3451163"/>
            <a:ext cx="1776300" cy="76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9" name="Google Shape;129;p25"/>
          <p:cNvSpPr txBox="1"/>
          <p:nvPr>
            <p:ph idx="7" type="title"/>
          </p:nvPr>
        </p:nvSpPr>
        <p:spPr>
          <a:xfrm>
            <a:off x="6594075" y="3071843"/>
            <a:ext cx="1776300" cy="379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30" name="Google Shape;130;p25"/>
          <p:cNvSpPr txBox="1"/>
          <p:nvPr>
            <p:ph idx="8" type="subTitle"/>
          </p:nvPr>
        </p:nvSpPr>
        <p:spPr>
          <a:xfrm>
            <a:off x="6594075" y="3451163"/>
            <a:ext cx="1776300" cy="76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3">
    <p:spTree>
      <p:nvGrpSpPr>
        <p:cNvPr id="131" name="Shape 131"/>
        <p:cNvGrpSpPr/>
        <p:nvPr/>
      </p:nvGrpSpPr>
      <p:grpSpPr>
        <a:xfrm>
          <a:off x="0" y="0"/>
          <a:ext cx="0" cy="0"/>
          <a:chOff x="0" y="0"/>
          <a:chExt cx="0" cy="0"/>
        </a:xfrm>
      </p:grpSpPr>
      <p:sp>
        <p:nvSpPr>
          <p:cNvPr id="132" name="Google Shape;132;p26"/>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
        <p:nvSpPr>
          <p:cNvPr id="133" name="Google Shape;133;p26"/>
          <p:cNvSpPr txBox="1"/>
          <p:nvPr>
            <p:ph idx="2" type="title"/>
          </p:nvPr>
        </p:nvSpPr>
        <p:spPr>
          <a:xfrm>
            <a:off x="2272855" y="1366950"/>
            <a:ext cx="1264800" cy="364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34" name="Google Shape;134;p26"/>
          <p:cNvSpPr txBox="1"/>
          <p:nvPr>
            <p:ph idx="1" type="subTitle"/>
          </p:nvPr>
        </p:nvSpPr>
        <p:spPr>
          <a:xfrm>
            <a:off x="2272855" y="1731038"/>
            <a:ext cx="1927800" cy="55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5" name="Google Shape;135;p26"/>
          <p:cNvSpPr txBox="1"/>
          <p:nvPr>
            <p:ph idx="3" type="title"/>
          </p:nvPr>
        </p:nvSpPr>
        <p:spPr>
          <a:xfrm>
            <a:off x="5896955" y="3588081"/>
            <a:ext cx="1264800" cy="364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36" name="Google Shape;136;p26"/>
          <p:cNvSpPr txBox="1"/>
          <p:nvPr>
            <p:ph idx="4" type="subTitle"/>
          </p:nvPr>
        </p:nvSpPr>
        <p:spPr>
          <a:xfrm>
            <a:off x="5896955" y="3952739"/>
            <a:ext cx="1927800" cy="55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7" name="Google Shape;137;p26"/>
          <p:cNvSpPr txBox="1"/>
          <p:nvPr>
            <p:ph idx="5" type="title"/>
          </p:nvPr>
        </p:nvSpPr>
        <p:spPr>
          <a:xfrm>
            <a:off x="5896955" y="1366950"/>
            <a:ext cx="1264800" cy="364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38" name="Google Shape;138;p26"/>
          <p:cNvSpPr txBox="1"/>
          <p:nvPr>
            <p:ph idx="6" type="subTitle"/>
          </p:nvPr>
        </p:nvSpPr>
        <p:spPr>
          <a:xfrm>
            <a:off x="5896955" y="1731038"/>
            <a:ext cx="1927800" cy="55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9" name="Google Shape;139;p26"/>
          <p:cNvSpPr txBox="1"/>
          <p:nvPr>
            <p:ph idx="7" type="title"/>
          </p:nvPr>
        </p:nvSpPr>
        <p:spPr>
          <a:xfrm>
            <a:off x="2272855" y="2477515"/>
            <a:ext cx="1264800" cy="364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40" name="Google Shape;140;p26"/>
          <p:cNvSpPr txBox="1"/>
          <p:nvPr>
            <p:ph idx="8" type="subTitle"/>
          </p:nvPr>
        </p:nvSpPr>
        <p:spPr>
          <a:xfrm>
            <a:off x="2272855" y="2841888"/>
            <a:ext cx="1927800" cy="55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1" name="Google Shape;141;p26"/>
          <p:cNvSpPr txBox="1"/>
          <p:nvPr>
            <p:ph idx="9" type="title"/>
          </p:nvPr>
        </p:nvSpPr>
        <p:spPr>
          <a:xfrm>
            <a:off x="2272855" y="3588080"/>
            <a:ext cx="1264800" cy="364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42" name="Google Shape;142;p26"/>
          <p:cNvSpPr txBox="1"/>
          <p:nvPr>
            <p:ph idx="13" type="subTitle"/>
          </p:nvPr>
        </p:nvSpPr>
        <p:spPr>
          <a:xfrm>
            <a:off x="2272855" y="3952739"/>
            <a:ext cx="1927800" cy="55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3" name="Google Shape;143;p26"/>
          <p:cNvSpPr txBox="1"/>
          <p:nvPr>
            <p:ph idx="14" type="title"/>
          </p:nvPr>
        </p:nvSpPr>
        <p:spPr>
          <a:xfrm>
            <a:off x="5896955" y="2477515"/>
            <a:ext cx="1264800" cy="364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44" name="Google Shape;144;p26"/>
          <p:cNvSpPr txBox="1"/>
          <p:nvPr>
            <p:ph idx="15" type="subTitle"/>
          </p:nvPr>
        </p:nvSpPr>
        <p:spPr>
          <a:xfrm>
            <a:off x="5896955" y="2841888"/>
            <a:ext cx="1927800" cy="55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9">
    <p:spTree>
      <p:nvGrpSpPr>
        <p:cNvPr id="145" name="Shape 145"/>
        <p:cNvGrpSpPr/>
        <p:nvPr/>
      </p:nvGrpSpPr>
      <p:grpSpPr>
        <a:xfrm>
          <a:off x="0" y="0"/>
          <a:ext cx="0" cy="0"/>
          <a:chOff x="0" y="0"/>
          <a:chExt cx="0" cy="0"/>
        </a:xfrm>
      </p:grpSpPr>
      <p:sp>
        <p:nvSpPr>
          <p:cNvPr id="146" name="Google Shape;146;p27"/>
          <p:cNvSpPr txBox="1"/>
          <p:nvPr>
            <p:ph hasCustomPrompt="1" type="title"/>
          </p:nvPr>
        </p:nvSpPr>
        <p:spPr>
          <a:xfrm>
            <a:off x="838875" y="2343453"/>
            <a:ext cx="2209200" cy="820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500"/>
              <a:buNone/>
              <a:defRPr sz="6000">
                <a:solidFill>
                  <a:schemeClr val="dk2"/>
                </a:solidFill>
              </a:defRPr>
            </a:lvl1pPr>
            <a:lvl2pPr lvl="1" rtl="0" algn="ctr">
              <a:spcBef>
                <a:spcPts val="0"/>
              </a:spcBef>
              <a:spcAft>
                <a:spcPts val="0"/>
              </a:spcAft>
              <a:buClr>
                <a:schemeClr val="dk2"/>
              </a:buClr>
              <a:buSzPts val="4500"/>
              <a:buNone/>
              <a:defRPr sz="4500">
                <a:solidFill>
                  <a:schemeClr val="dk2"/>
                </a:solidFill>
              </a:defRPr>
            </a:lvl2pPr>
            <a:lvl3pPr lvl="2" rtl="0" algn="ctr">
              <a:spcBef>
                <a:spcPts val="0"/>
              </a:spcBef>
              <a:spcAft>
                <a:spcPts val="0"/>
              </a:spcAft>
              <a:buClr>
                <a:schemeClr val="dk2"/>
              </a:buClr>
              <a:buSzPts val="4500"/>
              <a:buNone/>
              <a:defRPr sz="4500">
                <a:solidFill>
                  <a:schemeClr val="dk2"/>
                </a:solidFill>
              </a:defRPr>
            </a:lvl3pPr>
            <a:lvl4pPr lvl="3" rtl="0" algn="ctr">
              <a:spcBef>
                <a:spcPts val="0"/>
              </a:spcBef>
              <a:spcAft>
                <a:spcPts val="0"/>
              </a:spcAft>
              <a:buClr>
                <a:schemeClr val="dk2"/>
              </a:buClr>
              <a:buSzPts val="4500"/>
              <a:buNone/>
              <a:defRPr sz="4500">
                <a:solidFill>
                  <a:schemeClr val="dk2"/>
                </a:solidFill>
              </a:defRPr>
            </a:lvl4pPr>
            <a:lvl5pPr lvl="4" rtl="0" algn="ctr">
              <a:spcBef>
                <a:spcPts val="0"/>
              </a:spcBef>
              <a:spcAft>
                <a:spcPts val="0"/>
              </a:spcAft>
              <a:buClr>
                <a:schemeClr val="dk2"/>
              </a:buClr>
              <a:buSzPts val="4500"/>
              <a:buNone/>
              <a:defRPr sz="4500">
                <a:solidFill>
                  <a:schemeClr val="dk2"/>
                </a:solidFill>
              </a:defRPr>
            </a:lvl5pPr>
            <a:lvl6pPr lvl="5" rtl="0" algn="ctr">
              <a:spcBef>
                <a:spcPts val="0"/>
              </a:spcBef>
              <a:spcAft>
                <a:spcPts val="0"/>
              </a:spcAft>
              <a:buClr>
                <a:schemeClr val="dk2"/>
              </a:buClr>
              <a:buSzPts val="4500"/>
              <a:buNone/>
              <a:defRPr sz="4500">
                <a:solidFill>
                  <a:schemeClr val="dk2"/>
                </a:solidFill>
              </a:defRPr>
            </a:lvl6pPr>
            <a:lvl7pPr lvl="6" rtl="0" algn="ctr">
              <a:spcBef>
                <a:spcPts val="0"/>
              </a:spcBef>
              <a:spcAft>
                <a:spcPts val="0"/>
              </a:spcAft>
              <a:buClr>
                <a:schemeClr val="dk2"/>
              </a:buClr>
              <a:buSzPts val="4500"/>
              <a:buNone/>
              <a:defRPr sz="4500">
                <a:solidFill>
                  <a:schemeClr val="dk2"/>
                </a:solidFill>
              </a:defRPr>
            </a:lvl7pPr>
            <a:lvl8pPr lvl="7" rtl="0" algn="ctr">
              <a:spcBef>
                <a:spcPts val="0"/>
              </a:spcBef>
              <a:spcAft>
                <a:spcPts val="0"/>
              </a:spcAft>
              <a:buClr>
                <a:schemeClr val="dk2"/>
              </a:buClr>
              <a:buSzPts val="4500"/>
              <a:buNone/>
              <a:defRPr sz="4500">
                <a:solidFill>
                  <a:schemeClr val="dk2"/>
                </a:solidFill>
              </a:defRPr>
            </a:lvl8pPr>
            <a:lvl9pPr lvl="8" rtl="0" algn="ctr">
              <a:spcBef>
                <a:spcPts val="0"/>
              </a:spcBef>
              <a:spcAft>
                <a:spcPts val="0"/>
              </a:spcAft>
              <a:buClr>
                <a:schemeClr val="dk2"/>
              </a:buClr>
              <a:buSzPts val="4500"/>
              <a:buNone/>
              <a:defRPr sz="4500">
                <a:solidFill>
                  <a:schemeClr val="dk2"/>
                </a:solidFill>
              </a:defRPr>
            </a:lvl9pPr>
          </a:lstStyle>
          <a:p>
            <a:r>
              <a:t>xx%</a:t>
            </a:r>
          </a:p>
        </p:txBody>
      </p:sp>
      <p:sp>
        <p:nvSpPr>
          <p:cNvPr id="147" name="Google Shape;147;p27"/>
          <p:cNvSpPr txBox="1"/>
          <p:nvPr>
            <p:ph hasCustomPrompt="1" idx="2" type="title"/>
          </p:nvPr>
        </p:nvSpPr>
        <p:spPr>
          <a:xfrm>
            <a:off x="3467400" y="2343453"/>
            <a:ext cx="2209200" cy="820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500"/>
              <a:buNone/>
              <a:defRPr sz="6000">
                <a:solidFill>
                  <a:schemeClr val="dk2"/>
                </a:solidFill>
              </a:defRPr>
            </a:lvl1pPr>
            <a:lvl2pPr lvl="1" rtl="0" algn="ctr">
              <a:spcBef>
                <a:spcPts val="0"/>
              </a:spcBef>
              <a:spcAft>
                <a:spcPts val="0"/>
              </a:spcAft>
              <a:buClr>
                <a:schemeClr val="dk2"/>
              </a:buClr>
              <a:buSzPts val="4500"/>
              <a:buNone/>
              <a:defRPr sz="4500">
                <a:solidFill>
                  <a:schemeClr val="dk2"/>
                </a:solidFill>
              </a:defRPr>
            </a:lvl2pPr>
            <a:lvl3pPr lvl="2" rtl="0" algn="ctr">
              <a:spcBef>
                <a:spcPts val="0"/>
              </a:spcBef>
              <a:spcAft>
                <a:spcPts val="0"/>
              </a:spcAft>
              <a:buClr>
                <a:schemeClr val="dk2"/>
              </a:buClr>
              <a:buSzPts val="4500"/>
              <a:buNone/>
              <a:defRPr sz="4500">
                <a:solidFill>
                  <a:schemeClr val="dk2"/>
                </a:solidFill>
              </a:defRPr>
            </a:lvl3pPr>
            <a:lvl4pPr lvl="3" rtl="0" algn="ctr">
              <a:spcBef>
                <a:spcPts val="0"/>
              </a:spcBef>
              <a:spcAft>
                <a:spcPts val="0"/>
              </a:spcAft>
              <a:buClr>
                <a:schemeClr val="dk2"/>
              </a:buClr>
              <a:buSzPts val="4500"/>
              <a:buNone/>
              <a:defRPr sz="4500">
                <a:solidFill>
                  <a:schemeClr val="dk2"/>
                </a:solidFill>
              </a:defRPr>
            </a:lvl4pPr>
            <a:lvl5pPr lvl="4" rtl="0" algn="ctr">
              <a:spcBef>
                <a:spcPts val="0"/>
              </a:spcBef>
              <a:spcAft>
                <a:spcPts val="0"/>
              </a:spcAft>
              <a:buClr>
                <a:schemeClr val="dk2"/>
              </a:buClr>
              <a:buSzPts val="4500"/>
              <a:buNone/>
              <a:defRPr sz="4500">
                <a:solidFill>
                  <a:schemeClr val="dk2"/>
                </a:solidFill>
              </a:defRPr>
            </a:lvl5pPr>
            <a:lvl6pPr lvl="5" rtl="0" algn="ctr">
              <a:spcBef>
                <a:spcPts val="0"/>
              </a:spcBef>
              <a:spcAft>
                <a:spcPts val="0"/>
              </a:spcAft>
              <a:buClr>
                <a:schemeClr val="dk2"/>
              </a:buClr>
              <a:buSzPts val="4500"/>
              <a:buNone/>
              <a:defRPr sz="4500">
                <a:solidFill>
                  <a:schemeClr val="dk2"/>
                </a:solidFill>
              </a:defRPr>
            </a:lvl6pPr>
            <a:lvl7pPr lvl="6" rtl="0" algn="ctr">
              <a:spcBef>
                <a:spcPts val="0"/>
              </a:spcBef>
              <a:spcAft>
                <a:spcPts val="0"/>
              </a:spcAft>
              <a:buClr>
                <a:schemeClr val="dk2"/>
              </a:buClr>
              <a:buSzPts val="4500"/>
              <a:buNone/>
              <a:defRPr sz="4500">
                <a:solidFill>
                  <a:schemeClr val="dk2"/>
                </a:solidFill>
              </a:defRPr>
            </a:lvl7pPr>
            <a:lvl8pPr lvl="7" rtl="0" algn="ctr">
              <a:spcBef>
                <a:spcPts val="0"/>
              </a:spcBef>
              <a:spcAft>
                <a:spcPts val="0"/>
              </a:spcAft>
              <a:buClr>
                <a:schemeClr val="dk2"/>
              </a:buClr>
              <a:buSzPts val="4500"/>
              <a:buNone/>
              <a:defRPr sz="4500">
                <a:solidFill>
                  <a:schemeClr val="dk2"/>
                </a:solidFill>
              </a:defRPr>
            </a:lvl8pPr>
            <a:lvl9pPr lvl="8" rtl="0" algn="ctr">
              <a:spcBef>
                <a:spcPts val="0"/>
              </a:spcBef>
              <a:spcAft>
                <a:spcPts val="0"/>
              </a:spcAft>
              <a:buClr>
                <a:schemeClr val="dk2"/>
              </a:buClr>
              <a:buSzPts val="4500"/>
              <a:buNone/>
              <a:defRPr sz="4500">
                <a:solidFill>
                  <a:schemeClr val="dk2"/>
                </a:solidFill>
              </a:defRPr>
            </a:lvl9pPr>
          </a:lstStyle>
          <a:p>
            <a:r>
              <a:t>xx%</a:t>
            </a:r>
          </a:p>
        </p:txBody>
      </p:sp>
      <p:sp>
        <p:nvSpPr>
          <p:cNvPr id="148" name="Google Shape;148;p27"/>
          <p:cNvSpPr txBox="1"/>
          <p:nvPr>
            <p:ph hasCustomPrompt="1" idx="3" type="title"/>
          </p:nvPr>
        </p:nvSpPr>
        <p:spPr>
          <a:xfrm>
            <a:off x="6095925" y="2343453"/>
            <a:ext cx="2209200" cy="820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500"/>
              <a:buNone/>
              <a:defRPr sz="6000">
                <a:solidFill>
                  <a:schemeClr val="dk2"/>
                </a:solidFill>
              </a:defRPr>
            </a:lvl1pPr>
            <a:lvl2pPr lvl="1" rtl="0" algn="ctr">
              <a:spcBef>
                <a:spcPts val="0"/>
              </a:spcBef>
              <a:spcAft>
                <a:spcPts val="0"/>
              </a:spcAft>
              <a:buClr>
                <a:schemeClr val="dk2"/>
              </a:buClr>
              <a:buSzPts val="4500"/>
              <a:buNone/>
              <a:defRPr sz="4500">
                <a:solidFill>
                  <a:schemeClr val="dk2"/>
                </a:solidFill>
              </a:defRPr>
            </a:lvl2pPr>
            <a:lvl3pPr lvl="2" rtl="0" algn="ctr">
              <a:spcBef>
                <a:spcPts val="0"/>
              </a:spcBef>
              <a:spcAft>
                <a:spcPts val="0"/>
              </a:spcAft>
              <a:buClr>
                <a:schemeClr val="dk2"/>
              </a:buClr>
              <a:buSzPts val="4500"/>
              <a:buNone/>
              <a:defRPr sz="4500">
                <a:solidFill>
                  <a:schemeClr val="dk2"/>
                </a:solidFill>
              </a:defRPr>
            </a:lvl3pPr>
            <a:lvl4pPr lvl="3" rtl="0" algn="ctr">
              <a:spcBef>
                <a:spcPts val="0"/>
              </a:spcBef>
              <a:spcAft>
                <a:spcPts val="0"/>
              </a:spcAft>
              <a:buClr>
                <a:schemeClr val="dk2"/>
              </a:buClr>
              <a:buSzPts val="4500"/>
              <a:buNone/>
              <a:defRPr sz="4500">
                <a:solidFill>
                  <a:schemeClr val="dk2"/>
                </a:solidFill>
              </a:defRPr>
            </a:lvl4pPr>
            <a:lvl5pPr lvl="4" rtl="0" algn="ctr">
              <a:spcBef>
                <a:spcPts val="0"/>
              </a:spcBef>
              <a:spcAft>
                <a:spcPts val="0"/>
              </a:spcAft>
              <a:buClr>
                <a:schemeClr val="dk2"/>
              </a:buClr>
              <a:buSzPts val="4500"/>
              <a:buNone/>
              <a:defRPr sz="4500">
                <a:solidFill>
                  <a:schemeClr val="dk2"/>
                </a:solidFill>
              </a:defRPr>
            </a:lvl5pPr>
            <a:lvl6pPr lvl="5" rtl="0" algn="ctr">
              <a:spcBef>
                <a:spcPts val="0"/>
              </a:spcBef>
              <a:spcAft>
                <a:spcPts val="0"/>
              </a:spcAft>
              <a:buClr>
                <a:schemeClr val="dk2"/>
              </a:buClr>
              <a:buSzPts val="4500"/>
              <a:buNone/>
              <a:defRPr sz="4500">
                <a:solidFill>
                  <a:schemeClr val="dk2"/>
                </a:solidFill>
              </a:defRPr>
            </a:lvl6pPr>
            <a:lvl7pPr lvl="6" rtl="0" algn="ctr">
              <a:spcBef>
                <a:spcPts val="0"/>
              </a:spcBef>
              <a:spcAft>
                <a:spcPts val="0"/>
              </a:spcAft>
              <a:buClr>
                <a:schemeClr val="dk2"/>
              </a:buClr>
              <a:buSzPts val="4500"/>
              <a:buNone/>
              <a:defRPr sz="4500">
                <a:solidFill>
                  <a:schemeClr val="dk2"/>
                </a:solidFill>
              </a:defRPr>
            </a:lvl7pPr>
            <a:lvl8pPr lvl="7" rtl="0" algn="ctr">
              <a:spcBef>
                <a:spcPts val="0"/>
              </a:spcBef>
              <a:spcAft>
                <a:spcPts val="0"/>
              </a:spcAft>
              <a:buClr>
                <a:schemeClr val="dk2"/>
              </a:buClr>
              <a:buSzPts val="4500"/>
              <a:buNone/>
              <a:defRPr sz="4500">
                <a:solidFill>
                  <a:schemeClr val="dk2"/>
                </a:solidFill>
              </a:defRPr>
            </a:lvl8pPr>
            <a:lvl9pPr lvl="8" rtl="0" algn="ctr">
              <a:spcBef>
                <a:spcPts val="0"/>
              </a:spcBef>
              <a:spcAft>
                <a:spcPts val="0"/>
              </a:spcAft>
              <a:buClr>
                <a:schemeClr val="dk2"/>
              </a:buClr>
              <a:buSzPts val="4500"/>
              <a:buNone/>
              <a:defRPr sz="4500">
                <a:solidFill>
                  <a:schemeClr val="dk2"/>
                </a:solidFill>
              </a:defRPr>
            </a:lvl9pPr>
          </a:lstStyle>
          <a:p>
            <a:r>
              <a:t>xx%</a:t>
            </a:r>
          </a:p>
        </p:txBody>
      </p:sp>
      <p:sp>
        <p:nvSpPr>
          <p:cNvPr id="149" name="Google Shape;149;p27"/>
          <p:cNvSpPr txBox="1"/>
          <p:nvPr>
            <p:ph idx="4" type="title"/>
          </p:nvPr>
        </p:nvSpPr>
        <p:spPr>
          <a:xfrm>
            <a:off x="838875" y="3282205"/>
            <a:ext cx="2209200" cy="379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50" name="Google Shape;150;p27"/>
          <p:cNvSpPr txBox="1"/>
          <p:nvPr>
            <p:ph idx="1" type="subTitle"/>
          </p:nvPr>
        </p:nvSpPr>
        <p:spPr>
          <a:xfrm>
            <a:off x="838875" y="3644714"/>
            <a:ext cx="2209200" cy="82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1" name="Google Shape;151;p27"/>
          <p:cNvSpPr txBox="1"/>
          <p:nvPr>
            <p:ph idx="5" type="title"/>
          </p:nvPr>
        </p:nvSpPr>
        <p:spPr>
          <a:xfrm>
            <a:off x="3467400" y="3282205"/>
            <a:ext cx="2209200" cy="379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52" name="Google Shape;152;p27"/>
          <p:cNvSpPr txBox="1"/>
          <p:nvPr>
            <p:ph idx="6" type="subTitle"/>
          </p:nvPr>
        </p:nvSpPr>
        <p:spPr>
          <a:xfrm>
            <a:off x="3467400" y="3644714"/>
            <a:ext cx="2209200" cy="82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3" name="Google Shape;153;p27"/>
          <p:cNvSpPr txBox="1"/>
          <p:nvPr>
            <p:ph idx="7" type="title"/>
          </p:nvPr>
        </p:nvSpPr>
        <p:spPr>
          <a:xfrm>
            <a:off x="6095925" y="3282205"/>
            <a:ext cx="2209200" cy="3792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1800"/>
              <a:buNone/>
              <a:defRPr sz="18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54" name="Google Shape;154;p27"/>
          <p:cNvSpPr txBox="1"/>
          <p:nvPr>
            <p:ph idx="8" type="subTitle"/>
          </p:nvPr>
        </p:nvSpPr>
        <p:spPr>
          <a:xfrm>
            <a:off x="6095925" y="3644714"/>
            <a:ext cx="2209200" cy="82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5" name="Google Shape;155;p27"/>
          <p:cNvSpPr txBox="1"/>
          <p:nvPr>
            <p:ph idx="9" type="title"/>
          </p:nvPr>
        </p:nvSpPr>
        <p:spPr>
          <a:xfrm>
            <a:off x="713100" y="539400"/>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2">
    <p:spTree>
      <p:nvGrpSpPr>
        <p:cNvPr id="156" name="Shape 156"/>
        <p:cNvGrpSpPr/>
        <p:nvPr/>
      </p:nvGrpSpPr>
      <p:grpSpPr>
        <a:xfrm>
          <a:off x="0" y="0"/>
          <a:ext cx="0" cy="0"/>
          <a:chOff x="0" y="0"/>
          <a:chExt cx="0" cy="0"/>
        </a:xfrm>
      </p:grpSpPr>
      <p:sp>
        <p:nvSpPr>
          <p:cNvPr id="157" name="Google Shape;157;p28"/>
          <p:cNvSpPr txBox="1"/>
          <p:nvPr>
            <p:ph type="title"/>
          </p:nvPr>
        </p:nvSpPr>
        <p:spPr>
          <a:xfrm>
            <a:off x="713100" y="1201112"/>
            <a:ext cx="378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solidFill>
                  <a:schemeClr val="lt1"/>
                </a:solidFill>
                <a:highlight>
                  <a:schemeClr val="dk2"/>
                </a:highlight>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58" name="Google Shape;158;p28"/>
          <p:cNvSpPr txBox="1"/>
          <p:nvPr>
            <p:ph idx="1" type="subTitle"/>
          </p:nvPr>
        </p:nvSpPr>
        <p:spPr>
          <a:xfrm>
            <a:off x="713100" y="1841262"/>
            <a:ext cx="3425700" cy="210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Char char="●"/>
              <a:defRPr sz="140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3">
    <p:spTree>
      <p:nvGrpSpPr>
        <p:cNvPr id="159" name="Shape 159"/>
        <p:cNvGrpSpPr/>
        <p:nvPr/>
      </p:nvGrpSpPr>
      <p:grpSpPr>
        <a:xfrm>
          <a:off x="0" y="0"/>
          <a:ext cx="0" cy="0"/>
          <a:chOff x="0" y="0"/>
          <a:chExt cx="0" cy="0"/>
        </a:xfrm>
      </p:grpSpPr>
      <p:sp>
        <p:nvSpPr>
          <p:cNvPr id="160" name="Google Shape;160;p29"/>
          <p:cNvSpPr txBox="1"/>
          <p:nvPr>
            <p:ph type="title"/>
          </p:nvPr>
        </p:nvSpPr>
        <p:spPr>
          <a:xfrm>
            <a:off x="4489100" y="1622525"/>
            <a:ext cx="4020300" cy="1001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solidFill>
                  <a:schemeClr val="lt1"/>
                </a:solidFill>
                <a:highlight>
                  <a:schemeClr val="dk2"/>
                </a:highlight>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61" name="Google Shape;161;p29"/>
          <p:cNvSpPr txBox="1"/>
          <p:nvPr>
            <p:ph idx="1" type="subTitle"/>
          </p:nvPr>
        </p:nvSpPr>
        <p:spPr>
          <a:xfrm>
            <a:off x="4489095" y="2691754"/>
            <a:ext cx="3425700" cy="823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Char char="●"/>
              <a:defRPr sz="140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8">
    <p:spTree>
      <p:nvGrpSpPr>
        <p:cNvPr id="162" name="Shape 162"/>
        <p:cNvGrpSpPr/>
        <p:nvPr/>
      </p:nvGrpSpPr>
      <p:grpSpPr>
        <a:xfrm>
          <a:off x="0" y="0"/>
          <a:ext cx="0" cy="0"/>
          <a:chOff x="0" y="0"/>
          <a:chExt cx="0" cy="0"/>
        </a:xfrm>
      </p:grpSpPr>
      <p:sp>
        <p:nvSpPr>
          <p:cNvPr id="163" name="Google Shape;163;p30"/>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
        <p:nvSpPr>
          <p:cNvPr id="164" name="Google Shape;164;p30"/>
          <p:cNvSpPr txBox="1"/>
          <p:nvPr>
            <p:ph idx="1" type="body"/>
          </p:nvPr>
        </p:nvSpPr>
        <p:spPr>
          <a:xfrm>
            <a:off x="713100" y="1317450"/>
            <a:ext cx="4199700" cy="1475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2"/>
              </a:buClr>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0">
    <p:spTree>
      <p:nvGrpSpPr>
        <p:cNvPr id="165" name="Shape 165"/>
        <p:cNvGrpSpPr/>
        <p:nvPr/>
      </p:nvGrpSpPr>
      <p:grpSpPr>
        <a:xfrm>
          <a:off x="0" y="0"/>
          <a:ext cx="0" cy="0"/>
          <a:chOff x="0" y="0"/>
          <a:chExt cx="0" cy="0"/>
        </a:xfrm>
      </p:grpSpPr>
      <p:sp>
        <p:nvSpPr>
          <p:cNvPr id="166" name="Google Shape;166;p31"/>
          <p:cNvSpPr txBox="1"/>
          <p:nvPr>
            <p:ph type="title"/>
          </p:nvPr>
        </p:nvSpPr>
        <p:spPr>
          <a:xfrm>
            <a:off x="713225" y="709903"/>
            <a:ext cx="3770400" cy="95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200"/>
              <a:buNone/>
              <a:defRPr sz="6000">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p:txBody>
      </p:sp>
      <p:sp>
        <p:nvSpPr>
          <p:cNvPr id="167" name="Google Shape;167;p31"/>
          <p:cNvSpPr txBox="1"/>
          <p:nvPr>
            <p:ph idx="1" type="subTitle"/>
          </p:nvPr>
        </p:nvSpPr>
        <p:spPr>
          <a:xfrm>
            <a:off x="713100" y="1766050"/>
            <a:ext cx="3148200" cy="1030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8" name="Google Shape;168;p31"/>
          <p:cNvSpPr txBox="1"/>
          <p:nvPr/>
        </p:nvSpPr>
        <p:spPr>
          <a:xfrm>
            <a:off x="713100" y="3509320"/>
            <a:ext cx="3356400" cy="59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Source Sans Pro"/>
                <a:ea typeface="Source Sans Pro"/>
                <a:cs typeface="Source Sans Pro"/>
                <a:sym typeface="Source Sans Pro"/>
              </a:rPr>
              <a:t>Credits: This presentation template was created by </a:t>
            </a:r>
            <a:r>
              <a:rPr b="1" lang="en" sz="1200">
                <a:solidFill>
                  <a:schemeClr val="dk1"/>
                </a:solidFill>
                <a:uFill>
                  <a:noFill/>
                </a:uFill>
                <a:latin typeface="Source Sans Pro"/>
                <a:ea typeface="Source Sans Pro"/>
                <a:cs typeface="Source Sans Pro"/>
                <a:sym typeface="Source Sans Pro"/>
                <a:hlinkClick r:id="rId2">
                  <a:extLst>
                    <a:ext uri="{A12FA001-AC4F-418D-AE19-62706E023703}">
                      <ahyp:hlinkClr val="tx"/>
                    </a:ext>
                  </a:extLst>
                </a:hlinkClick>
              </a:rPr>
              <a:t>Slidesgo</a:t>
            </a:r>
            <a:r>
              <a:rPr lang="en" sz="1200">
                <a:solidFill>
                  <a:schemeClr val="dk1"/>
                </a:solidFill>
                <a:latin typeface="Source Sans Pro"/>
                <a:ea typeface="Source Sans Pro"/>
                <a:cs typeface="Source Sans Pro"/>
                <a:sym typeface="Source Sans Pro"/>
              </a:rPr>
              <a:t>, including icons by </a:t>
            </a:r>
            <a:r>
              <a:rPr b="1" lang="en" sz="1200">
                <a:solidFill>
                  <a:schemeClr val="dk1"/>
                </a:solidFill>
                <a:uFill>
                  <a:noFill/>
                </a:uFill>
                <a:latin typeface="Source Sans Pro"/>
                <a:ea typeface="Source Sans Pro"/>
                <a:cs typeface="Source Sans Pro"/>
                <a:sym typeface="Source Sans Pro"/>
                <a:hlinkClick r:id="rId3">
                  <a:extLst>
                    <a:ext uri="{A12FA001-AC4F-418D-AE19-62706E023703}">
                      <ahyp:hlinkClr val="tx"/>
                    </a:ext>
                  </a:extLst>
                </a:hlinkClick>
              </a:rPr>
              <a:t>Flaticon</a:t>
            </a:r>
            <a:r>
              <a:rPr lang="en" sz="1200">
                <a:solidFill>
                  <a:schemeClr val="dk1"/>
                </a:solidFill>
                <a:latin typeface="Source Sans Pro"/>
                <a:ea typeface="Source Sans Pro"/>
                <a:cs typeface="Source Sans Pro"/>
                <a:sym typeface="Source Sans Pro"/>
              </a:rPr>
              <a:t>, infographics &amp; images by </a:t>
            </a:r>
            <a:r>
              <a:rPr b="1" lang="en" sz="1200">
                <a:solidFill>
                  <a:schemeClr val="dk1"/>
                </a:solidFill>
                <a:uFill>
                  <a:noFill/>
                </a:uFill>
                <a:latin typeface="Source Sans Pro"/>
                <a:ea typeface="Source Sans Pro"/>
                <a:cs typeface="Source Sans Pro"/>
                <a:sym typeface="Source Sans Pro"/>
                <a:hlinkClick r:id="rId4">
                  <a:extLst>
                    <a:ext uri="{A12FA001-AC4F-418D-AE19-62706E023703}">
                      <ahyp:hlinkClr val="tx"/>
                    </a:ext>
                  </a:extLst>
                </a:hlinkClick>
              </a:rPr>
              <a:t>Freepik</a:t>
            </a:r>
            <a:endParaRPr sz="1200">
              <a:solidFill>
                <a:schemeClr val="dk1"/>
              </a:solidFill>
              <a:latin typeface="Source Sans Pro"/>
              <a:ea typeface="Source Sans Pro"/>
              <a:cs typeface="Source Sans Pro"/>
              <a:sym typeface="Source Sans Pr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2">
    <p:bg>
      <p:bgPr>
        <a:solidFill>
          <a:schemeClr val="dk2"/>
        </a:solidFill>
      </p:bgPr>
    </p:bg>
    <p:spTree>
      <p:nvGrpSpPr>
        <p:cNvPr id="169" name="Shape 169"/>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1">
    <p:spTree>
      <p:nvGrpSpPr>
        <p:cNvPr id="170" name="Shape 17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1.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100" y="539400"/>
            <a:ext cx="77178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1pPr>
            <a:lvl2pPr lvl="1">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2pPr>
            <a:lvl3pPr lvl="2">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3pPr>
            <a:lvl4pPr lvl="3">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4pPr>
            <a:lvl5pPr lvl="4">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5pPr>
            <a:lvl6pPr lvl="5">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6pPr>
            <a:lvl7pPr lvl="6">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7pPr>
            <a:lvl8pPr lvl="7">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8pPr>
            <a:lvl9pPr lvl="8">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9pPr>
          </a:lstStyle>
          <a:p/>
        </p:txBody>
      </p:sp>
      <p:sp>
        <p:nvSpPr>
          <p:cNvPr id="7" name="Google Shape;7;p1"/>
          <p:cNvSpPr txBox="1"/>
          <p:nvPr>
            <p:ph idx="1" type="body"/>
          </p:nvPr>
        </p:nvSpPr>
        <p:spPr>
          <a:xfrm>
            <a:off x="713100" y="1152475"/>
            <a:ext cx="77178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1pPr>
            <a:lvl2pPr indent="-317500" lvl="1" marL="9144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2pPr>
            <a:lvl3pPr indent="-317500" lvl="2" marL="13716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3pPr>
            <a:lvl4pPr indent="-317500" lvl="3" marL="18288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4pPr>
            <a:lvl5pPr indent="-317500" lvl="4" marL="22860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5pPr>
            <a:lvl6pPr indent="-317500" lvl="5" marL="27432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6pPr>
            <a:lvl7pPr indent="-317500" lvl="6" marL="32004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7pPr>
            <a:lvl8pPr indent="-317500" lvl="7" marL="36576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8pPr>
            <a:lvl9pPr indent="-317500" lvl="8" marL="41148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type="ctrTitle"/>
          </p:nvPr>
        </p:nvSpPr>
        <p:spPr>
          <a:xfrm>
            <a:off x="713100" y="2177150"/>
            <a:ext cx="5728200" cy="1973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UK Flight Forecast – Predicting Daily Arrivals at London Airports</a:t>
            </a:r>
            <a:endParaRPr sz="100"/>
          </a:p>
        </p:txBody>
      </p:sp>
      <p:sp>
        <p:nvSpPr>
          <p:cNvPr id="176" name="Google Shape;176;p34"/>
          <p:cNvSpPr txBox="1"/>
          <p:nvPr>
            <p:ph idx="1" type="subTitle"/>
          </p:nvPr>
        </p:nvSpPr>
        <p:spPr>
          <a:xfrm>
            <a:off x="713100" y="3901400"/>
            <a:ext cx="5386800" cy="3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Analysis and Time Series Forecasting with ARIMA</a:t>
            </a:r>
            <a:endParaRPr/>
          </a:p>
        </p:txBody>
      </p:sp>
      <p:pic>
        <p:nvPicPr>
          <p:cNvPr id="177" name="Google Shape;177;p34"/>
          <p:cNvPicPr preferRelativeResize="0"/>
          <p:nvPr/>
        </p:nvPicPr>
        <p:blipFill rotWithShape="1">
          <a:blip r:embed="rId3">
            <a:alphaModFix/>
          </a:blip>
          <a:srcRect b="18216" l="3175" r="2056" t="16283"/>
          <a:stretch/>
        </p:blipFill>
        <p:spPr>
          <a:xfrm rot="379241">
            <a:off x="2257102" y="366365"/>
            <a:ext cx="7105123" cy="2598569"/>
          </a:xfrm>
          <a:prstGeom prst="rect">
            <a:avLst/>
          </a:prstGeom>
          <a:noFill/>
          <a:ln>
            <a:noFill/>
          </a:ln>
        </p:spPr>
      </p:pic>
      <p:sp>
        <p:nvSpPr>
          <p:cNvPr id="178" name="Google Shape;178;p34"/>
          <p:cNvSpPr txBox="1"/>
          <p:nvPr>
            <p:ph idx="1" type="subTitle"/>
          </p:nvPr>
        </p:nvSpPr>
        <p:spPr>
          <a:xfrm>
            <a:off x="713100" y="4390900"/>
            <a:ext cx="5997000" cy="29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Daniel Hernandez | Milena Musiienko | Oscar Denche | Matthew Lester</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713100" y="1360800"/>
            <a:ext cx="5966100" cy="8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a:t>
            </a:r>
            <a:r>
              <a:rPr lang="en"/>
              <a:t> overview</a:t>
            </a:r>
            <a:endParaRPr/>
          </a:p>
        </p:txBody>
      </p:sp>
      <p:sp>
        <p:nvSpPr>
          <p:cNvPr id="184" name="Google Shape;184;p35"/>
          <p:cNvSpPr txBox="1"/>
          <p:nvPr>
            <p:ph idx="2" type="title"/>
          </p:nvPr>
        </p:nvSpPr>
        <p:spPr>
          <a:xfrm>
            <a:off x="713100" y="543301"/>
            <a:ext cx="1373100" cy="741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185" name="Google Shape;185;p35"/>
          <p:cNvSpPr txBox="1"/>
          <p:nvPr>
            <p:ph idx="1" type="subTitle"/>
          </p:nvPr>
        </p:nvSpPr>
        <p:spPr>
          <a:xfrm>
            <a:off x="713100" y="2208500"/>
            <a:ext cx="4450200" cy="40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 to project, Datasets and design choices.</a:t>
            </a:r>
            <a:endParaRPr/>
          </a:p>
        </p:txBody>
      </p:sp>
      <p:pic>
        <p:nvPicPr>
          <p:cNvPr id="186" name="Google Shape;186;p35"/>
          <p:cNvPicPr preferRelativeResize="0"/>
          <p:nvPr/>
        </p:nvPicPr>
        <p:blipFill rotWithShape="1">
          <a:blip r:embed="rId3">
            <a:alphaModFix/>
          </a:blip>
          <a:srcRect b="21365" l="5953" r="0" t="0"/>
          <a:stretch/>
        </p:blipFill>
        <p:spPr>
          <a:xfrm rot="285205">
            <a:off x="2624975" y="2675701"/>
            <a:ext cx="6563700" cy="23916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ph type="title"/>
          </p:nvPr>
        </p:nvSpPr>
        <p:spPr>
          <a:xfrm>
            <a:off x="98850" y="609475"/>
            <a:ext cx="3910500" cy="8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192" name="Google Shape;192;p36"/>
          <p:cNvSpPr txBox="1"/>
          <p:nvPr/>
        </p:nvSpPr>
        <p:spPr>
          <a:xfrm>
            <a:off x="98850" y="1522350"/>
            <a:ext cx="7385400" cy="30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Source Sans Pro"/>
                <a:ea typeface="Source Sans Pro"/>
                <a:cs typeface="Source Sans Pro"/>
                <a:sym typeface="Source Sans Pro"/>
              </a:rPr>
              <a:t>In this project we focused on analysing and forecasting daily flight </a:t>
            </a:r>
            <a:r>
              <a:rPr lang="en" sz="1800">
                <a:solidFill>
                  <a:schemeClr val="dk1"/>
                </a:solidFill>
                <a:latin typeface="Source Sans Pro"/>
                <a:ea typeface="Source Sans Pro"/>
                <a:cs typeface="Source Sans Pro"/>
                <a:sym typeface="Source Sans Pro"/>
              </a:rPr>
              <a:t>arrivals</a:t>
            </a:r>
            <a:r>
              <a:rPr lang="en" sz="1800">
                <a:solidFill>
                  <a:schemeClr val="dk1"/>
                </a:solidFill>
                <a:latin typeface="Source Sans Pro"/>
                <a:ea typeface="Source Sans Pro"/>
                <a:cs typeface="Source Sans Pro"/>
                <a:sym typeface="Source Sans Pro"/>
              </a:rPr>
              <a:t> into london using real world flight data. The data sets we used contained detailed records of flight and airport </a:t>
            </a:r>
            <a:r>
              <a:rPr lang="en" sz="1800">
                <a:solidFill>
                  <a:schemeClr val="dk1"/>
                </a:solidFill>
                <a:latin typeface="Source Sans Pro"/>
                <a:ea typeface="Source Sans Pro"/>
                <a:cs typeface="Source Sans Pro"/>
                <a:sym typeface="Source Sans Pro"/>
              </a:rPr>
              <a:t>information for the month of september 2023. </a:t>
            </a:r>
            <a:endParaRPr sz="18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8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sz="1800">
                <a:solidFill>
                  <a:schemeClr val="dk1"/>
                </a:solidFill>
                <a:latin typeface="Source Sans Pro"/>
                <a:ea typeface="Source Sans Pro"/>
                <a:cs typeface="Source Sans Pro"/>
                <a:sym typeface="Source Sans Pro"/>
              </a:rPr>
              <a:t>Our goal for this project is to show how time series forecasting can be applied to real airline data to help with planning, management and operational decision making. To do this we decided to use an ARIMA model to generate a forecast showing the volume of flights arriving into london airports over the following 14 days. </a:t>
            </a:r>
            <a:endParaRPr sz="1800">
              <a:solidFill>
                <a:schemeClr val="dk1"/>
              </a:solidFill>
              <a:latin typeface="Source Sans Pro"/>
              <a:ea typeface="Source Sans Pro"/>
              <a:cs typeface="Source Sans Pro"/>
              <a:sym typeface="Source Sans Pro"/>
            </a:endParaRPr>
          </a:p>
        </p:txBody>
      </p:sp>
      <p:pic>
        <p:nvPicPr>
          <p:cNvPr id="193" name="Google Shape;193;p36"/>
          <p:cNvPicPr preferRelativeResize="0"/>
          <p:nvPr/>
        </p:nvPicPr>
        <p:blipFill rotWithShape="1">
          <a:blip r:embed="rId3">
            <a:alphaModFix/>
          </a:blip>
          <a:srcRect b="6513" l="5315" r="3202" t="11257"/>
          <a:stretch/>
        </p:blipFill>
        <p:spPr>
          <a:xfrm rot="214504">
            <a:off x="5862093" y="-8852"/>
            <a:ext cx="3199722" cy="15027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152000" y="555100"/>
            <a:ext cx="5966100" cy="8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Datasets</a:t>
            </a:r>
            <a:endParaRPr/>
          </a:p>
        </p:txBody>
      </p:sp>
      <p:sp>
        <p:nvSpPr>
          <p:cNvPr id="199" name="Google Shape;199;p37"/>
          <p:cNvSpPr txBox="1"/>
          <p:nvPr/>
        </p:nvSpPr>
        <p:spPr>
          <a:xfrm>
            <a:off x="338100" y="1683325"/>
            <a:ext cx="8438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Source Sans Pro"/>
                <a:ea typeface="Source Sans Pro"/>
                <a:cs typeface="Source Sans Pro"/>
                <a:sym typeface="Source Sans Pro"/>
              </a:rPr>
              <a:t>We chose the dataset ‘</a:t>
            </a:r>
            <a:r>
              <a:rPr i="1" lang="en" sz="1800">
                <a:solidFill>
                  <a:schemeClr val="dk1"/>
                </a:solidFill>
                <a:latin typeface="Source Sans Pro"/>
                <a:ea typeface="Source Sans Pro"/>
                <a:cs typeface="Source Sans Pro"/>
                <a:sym typeface="Source Sans Pro"/>
              </a:rPr>
              <a:t>Flights_20230901_20230930.csv’ </a:t>
            </a:r>
            <a:r>
              <a:rPr lang="en" sz="1800">
                <a:solidFill>
                  <a:schemeClr val="dk1"/>
                </a:solidFill>
                <a:latin typeface="Source Sans Pro"/>
                <a:ea typeface="Source Sans Pro"/>
                <a:cs typeface="Source Sans Pro"/>
                <a:sym typeface="Source Sans Pro"/>
              </a:rPr>
              <a:t>because we could see the Airport of destination of each flight</a:t>
            </a:r>
            <a:endParaRPr sz="1800">
              <a:solidFill>
                <a:schemeClr val="dk1"/>
              </a:solidFill>
              <a:latin typeface="Source Sans Pro"/>
              <a:ea typeface="Source Sans Pro"/>
              <a:cs typeface="Source Sans Pro"/>
              <a:sym typeface="Source Sans Pro"/>
            </a:endParaRPr>
          </a:p>
        </p:txBody>
      </p:sp>
      <p:grpSp>
        <p:nvGrpSpPr>
          <p:cNvPr id="200" name="Google Shape;200;p37"/>
          <p:cNvGrpSpPr/>
          <p:nvPr/>
        </p:nvGrpSpPr>
        <p:grpSpPr>
          <a:xfrm>
            <a:off x="2295225" y="2618500"/>
            <a:ext cx="4553550" cy="1942200"/>
            <a:chOff x="187025" y="2625700"/>
            <a:chExt cx="4553550" cy="1942200"/>
          </a:xfrm>
        </p:grpSpPr>
        <p:pic>
          <p:nvPicPr>
            <p:cNvPr id="201" name="Google Shape;201;p37"/>
            <p:cNvPicPr preferRelativeResize="0"/>
            <p:nvPr/>
          </p:nvPicPr>
          <p:blipFill rotWithShape="1">
            <a:blip r:embed="rId3">
              <a:alphaModFix/>
            </a:blip>
            <a:srcRect b="4007" l="754" r="0" t="2805"/>
            <a:stretch/>
          </p:blipFill>
          <p:spPr>
            <a:xfrm>
              <a:off x="187025" y="2632900"/>
              <a:ext cx="4546900" cy="1935000"/>
            </a:xfrm>
            <a:prstGeom prst="rect">
              <a:avLst/>
            </a:prstGeom>
            <a:noFill/>
            <a:ln>
              <a:noFill/>
            </a:ln>
          </p:spPr>
        </p:pic>
        <p:sp>
          <p:nvSpPr>
            <p:cNvPr id="202" name="Google Shape;202;p37"/>
            <p:cNvSpPr/>
            <p:nvPr/>
          </p:nvSpPr>
          <p:spPr>
            <a:xfrm>
              <a:off x="3812675" y="2625700"/>
              <a:ext cx="927900" cy="1935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8"/>
          <p:cNvSpPr txBox="1"/>
          <p:nvPr/>
        </p:nvSpPr>
        <p:spPr>
          <a:xfrm>
            <a:off x="417225" y="611475"/>
            <a:ext cx="8136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Source Sans Pro"/>
                <a:ea typeface="Source Sans Pro"/>
                <a:cs typeface="Source Sans Pro"/>
                <a:sym typeface="Source Sans Pro"/>
              </a:rPr>
              <a:t>We also used the </a:t>
            </a:r>
            <a:r>
              <a:rPr i="1" lang="en" sz="1800">
                <a:solidFill>
                  <a:schemeClr val="dk1"/>
                </a:solidFill>
                <a:latin typeface="Source Sans Pro"/>
                <a:ea typeface="Source Sans Pro"/>
                <a:cs typeface="Source Sans Pro"/>
                <a:sym typeface="Source Sans Pro"/>
              </a:rPr>
              <a:t>‘airports.csv’ </a:t>
            </a:r>
            <a:r>
              <a:rPr lang="en" sz="1800">
                <a:solidFill>
                  <a:schemeClr val="dk1"/>
                </a:solidFill>
                <a:latin typeface="Source Sans Pro"/>
                <a:ea typeface="Source Sans Pro"/>
                <a:cs typeface="Source Sans Pro"/>
                <a:sym typeface="Source Sans Pro"/>
              </a:rPr>
              <a:t>to filter the airports using their icao code</a:t>
            </a:r>
            <a:endParaRPr sz="1800">
              <a:solidFill>
                <a:schemeClr val="dk1"/>
              </a:solidFill>
              <a:latin typeface="Source Sans Pro"/>
              <a:ea typeface="Source Sans Pro"/>
              <a:cs typeface="Source Sans Pro"/>
              <a:sym typeface="Source Sans Pro"/>
            </a:endParaRPr>
          </a:p>
        </p:txBody>
      </p:sp>
      <p:grpSp>
        <p:nvGrpSpPr>
          <p:cNvPr id="208" name="Google Shape;208;p38"/>
          <p:cNvGrpSpPr/>
          <p:nvPr/>
        </p:nvGrpSpPr>
        <p:grpSpPr>
          <a:xfrm>
            <a:off x="535846" y="1360170"/>
            <a:ext cx="7898754" cy="2229413"/>
            <a:chOff x="152400" y="1247150"/>
            <a:chExt cx="8839250" cy="2494867"/>
          </a:xfrm>
        </p:grpSpPr>
        <p:pic>
          <p:nvPicPr>
            <p:cNvPr id="209" name="Google Shape;209;p38"/>
            <p:cNvPicPr preferRelativeResize="0"/>
            <p:nvPr/>
          </p:nvPicPr>
          <p:blipFill>
            <a:blip r:embed="rId3">
              <a:alphaModFix/>
            </a:blip>
            <a:stretch>
              <a:fillRect/>
            </a:stretch>
          </p:blipFill>
          <p:spPr>
            <a:xfrm>
              <a:off x="152400" y="1247150"/>
              <a:ext cx="8839201" cy="2494867"/>
            </a:xfrm>
            <a:prstGeom prst="rect">
              <a:avLst/>
            </a:prstGeom>
            <a:noFill/>
            <a:ln>
              <a:noFill/>
            </a:ln>
          </p:spPr>
        </p:pic>
        <p:sp>
          <p:nvSpPr>
            <p:cNvPr id="210" name="Google Shape;210;p38"/>
            <p:cNvSpPr/>
            <p:nvPr/>
          </p:nvSpPr>
          <p:spPr>
            <a:xfrm>
              <a:off x="8164850" y="1247150"/>
              <a:ext cx="826800" cy="2494800"/>
            </a:xfrm>
            <a:prstGeom prst="rect">
              <a:avLst/>
            </a:prstGeom>
            <a:noFill/>
            <a:ln cap="flat" cmpd="sng" w="17025">
              <a:solidFill>
                <a:schemeClr val="dk2"/>
              </a:solidFill>
              <a:prstDash val="solid"/>
              <a:round/>
              <a:headEnd len="sm" w="sm" type="none"/>
              <a:tailEnd len="sm" w="sm" type="none"/>
            </a:ln>
          </p:spPr>
          <p:txBody>
            <a:bodyPr anchorCtr="0" anchor="ctr" bIns="81700" lIns="81700" spcFirstLastPara="1" rIns="81700" wrap="square" tIns="81700">
              <a:noAutofit/>
            </a:bodyPr>
            <a:lstStyle/>
            <a:p>
              <a:pPr indent="0" lvl="0" marL="0" rtl="0" algn="ctr">
                <a:spcBef>
                  <a:spcPts val="0"/>
                </a:spcBef>
                <a:spcAft>
                  <a:spcPts val="0"/>
                </a:spcAft>
                <a:buNone/>
              </a:pPr>
              <a:r>
                <a:t/>
              </a:r>
              <a:endParaRPr sz="1251">
                <a:latin typeface="Source Sans Pro"/>
                <a:ea typeface="Source Sans Pro"/>
                <a:cs typeface="Source Sans Pro"/>
                <a:sym typeface="Source Sans Pro"/>
              </a:endParaRPr>
            </a:p>
          </p:txBody>
        </p:sp>
      </p:grpSp>
      <p:pic>
        <p:nvPicPr>
          <p:cNvPr id="211" name="Google Shape;211;p38"/>
          <p:cNvPicPr preferRelativeResize="0"/>
          <p:nvPr/>
        </p:nvPicPr>
        <p:blipFill rotWithShape="1">
          <a:blip r:embed="rId4">
            <a:alphaModFix/>
          </a:blip>
          <a:srcRect b="4564" l="2383" r="1895" t="2861"/>
          <a:stretch/>
        </p:blipFill>
        <p:spPr>
          <a:xfrm rot="1550828">
            <a:off x="2422309" y="3218602"/>
            <a:ext cx="4125832" cy="20955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9"/>
          <p:cNvSpPr txBox="1"/>
          <p:nvPr>
            <p:ph type="title"/>
          </p:nvPr>
        </p:nvSpPr>
        <p:spPr>
          <a:xfrm>
            <a:off x="372825" y="418475"/>
            <a:ext cx="8638800" cy="8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Merging the datasets</a:t>
            </a:r>
            <a:endParaRPr/>
          </a:p>
        </p:txBody>
      </p:sp>
      <p:sp>
        <p:nvSpPr>
          <p:cNvPr id="217" name="Google Shape;217;p39"/>
          <p:cNvSpPr txBox="1"/>
          <p:nvPr/>
        </p:nvSpPr>
        <p:spPr>
          <a:xfrm>
            <a:off x="444750" y="2472275"/>
            <a:ext cx="5325300" cy="169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Source Sans Pro"/>
                <a:ea typeface="Source Sans Pro"/>
                <a:cs typeface="Source Sans Pro"/>
                <a:sym typeface="Source Sans Pro"/>
              </a:rPr>
              <a:t>We merged the datasets using Pandas’ merge() function, matching the destination airport codes in the flight data (ADES) with the ICAO codes in the airport data (ICAO_CODE) using a left join. </a:t>
            </a:r>
            <a:endParaRPr sz="16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6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sz="1600">
                <a:solidFill>
                  <a:schemeClr val="dk1"/>
                </a:solidFill>
                <a:latin typeface="Source Sans Pro"/>
                <a:ea typeface="Source Sans Pro"/>
                <a:cs typeface="Source Sans Pro"/>
                <a:sym typeface="Source Sans Pro"/>
              </a:rPr>
              <a:t>As a result, each flight record now includes the airport name and country, which allows us to filter for UK arrivals and prepare the data for daily aggregation and forecasting.</a:t>
            </a:r>
            <a:endParaRPr sz="1600">
              <a:solidFill>
                <a:schemeClr val="dk1"/>
              </a:solidFill>
              <a:latin typeface="Source Sans Pro"/>
              <a:ea typeface="Source Sans Pro"/>
              <a:cs typeface="Source Sans Pro"/>
              <a:sym typeface="Source Sans Pro"/>
            </a:endParaRPr>
          </a:p>
        </p:txBody>
      </p:sp>
      <p:pic>
        <p:nvPicPr>
          <p:cNvPr id="218" name="Google Shape;218;p39"/>
          <p:cNvPicPr preferRelativeResize="0"/>
          <p:nvPr/>
        </p:nvPicPr>
        <p:blipFill rotWithShape="1">
          <a:blip r:embed="rId3">
            <a:alphaModFix/>
          </a:blip>
          <a:srcRect b="15125" l="0" r="0" t="0"/>
          <a:stretch/>
        </p:blipFill>
        <p:spPr>
          <a:xfrm>
            <a:off x="5895850" y="2378400"/>
            <a:ext cx="2613500" cy="2234601"/>
          </a:xfrm>
          <a:prstGeom prst="rect">
            <a:avLst/>
          </a:prstGeom>
          <a:noFill/>
          <a:ln cap="flat" cmpd="sng" w="9525">
            <a:solidFill>
              <a:schemeClr val="dk2"/>
            </a:solidFill>
            <a:prstDash val="solid"/>
            <a:round/>
            <a:headEnd len="sm" w="sm" type="none"/>
            <a:tailEnd len="sm" w="sm" type="none"/>
          </a:ln>
        </p:spPr>
      </p:pic>
      <p:sp>
        <p:nvSpPr>
          <p:cNvPr id="219" name="Google Shape;219;p39"/>
          <p:cNvSpPr txBox="1"/>
          <p:nvPr/>
        </p:nvSpPr>
        <p:spPr>
          <a:xfrm>
            <a:off x="444750" y="1410788"/>
            <a:ext cx="80646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Source Sans Pro"/>
                <a:ea typeface="Source Sans Pro"/>
                <a:cs typeface="Source Sans Pro"/>
                <a:sym typeface="Source Sans Pro"/>
              </a:rPr>
              <a:t>We needed to merge the datasets we had as the flight data only included airport codes (Eg, EGLL) and as a result we had to merge it with another data set containing airport names, countries they are located in and the codes. </a:t>
            </a:r>
            <a:endParaRPr sz="1800">
              <a:solidFill>
                <a:schemeClr val="dk1"/>
              </a:solidFill>
              <a:latin typeface="Source Sans Pro"/>
              <a:ea typeface="Source Sans Pro"/>
              <a:cs typeface="Source Sans Pro"/>
              <a:sym typeface="Source Sans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p40"/>
          <p:cNvSpPr txBox="1"/>
          <p:nvPr>
            <p:ph type="title"/>
          </p:nvPr>
        </p:nvSpPr>
        <p:spPr>
          <a:xfrm>
            <a:off x="1306300" y="3355100"/>
            <a:ext cx="7349400" cy="8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Dataset &amp; Data Cleaning  </a:t>
            </a:r>
            <a:endParaRPr/>
          </a:p>
        </p:txBody>
      </p:sp>
      <p:sp>
        <p:nvSpPr>
          <p:cNvPr id="225" name="Google Shape;225;p40"/>
          <p:cNvSpPr txBox="1"/>
          <p:nvPr>
            <p:ph idx="2" type="title"/>
          </p:nvPr>
        </p:nvSpPr>
        <p:spPr>
          <a:xfrm>
            <a:off x="7057800" y="2537600"/>
            <a:ext cx="1373100" cy="741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02</a:t>
            </a:r>
            <a:endParaRPr/>
          </a:p>
        </p:txBody>
      </p:sp>
      <p:sp>
        <p:nvSpPr>
          <p:cNvPr id="226" name="Google Shape;226;p40"/>
          <p:cNvSpPr txBox="1"/>
          <p:nvPr>
            <p:ph idx="1" type="subTitle"/>
          </p:nvPr>
        </p:nvSpPr>
        <p:spPr>
          <a:xfrm>
            <a:off x="3980700" y="4202799"/>
            <a:ext cx="4450200" cy="40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Data Cleaning &amp; Preparation</a:t>
            </a:r>
            <a:endParaRPr/>
          </a:p>
        </p:txBody>
      </p:sp>
      <p:pic>
        <p:nvPicPr>
          <p:cNvPr id="227" name="Google Shape;227;p40"/>
          <p:cNvPicPr preferRelativeResize="0"/>
          <p:nvPr/>
        </p:nvPicPr>
        <p:blipFill rotWithShape="1">
          <a:blip r:embed="rId3">
            <a:alphaModFix/>
          </a:blip>
          <a:srcRect b="6513" l="5315" r="3202" t="11257"/>
          <a:stretch/>
        </p:blipFill>
        <p:spPr>
          <a:xfrm rot="214505">
            <a:off x="197971" y="386999"/>
            <a:ext cx="6087854" cy="28591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4489100" y="1622525"/>
            <a:ext cx="4020300" cy="100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Set cleaning process</a:t>
            </a:r>
            <a:endParaRPr/>
          </a:p>
        </p:txBody>
      </p:sp>
      <p:sp>
        <p:nvSpPr>
          <p:cNvPr id="233" name="Google Shape;233;p41"/>
          <p:cNvSpPr txBox="1"/>
          <p:nvPr>
            <p:ph idx="1" type="subTitle"/>
          </p:nvPr>
        </p:nvSpPr>
        <p:spPr>
          <a:xfrm>
            <a:off x="4489095" y="2691754"/>
            <a:ext cx="3425700" cy="82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he raw dataset contained over 899,495 flight records with 21 variables.</a:t>
            </a:r>
            <a:endParaRPr/>
          </a:p>
          <a:p>
            <a:pPr indent="0" lvl="0" marL="0" rtl="0" algn="l">
              <a:spcBef>
                <a:spcPts val="0"/>
              </a:spcBef>
              <a:spcAft>
                <a:spcPts val="0"/>
              </a:spcAft>
              <a:buNone/>
            </a:pPr>
            <a:r>
              <a:rPr lang="en"/>
              <a:t>To ensure reliability for time series modeling, several data cleaning steps were applied — including date formatting, duplicate removal, and outlier detectio</a:t>
            </a:r>
            <a:r>
              <a:rPr lang="en"/>
              <a:t>n</a:t>
            </a:r>
            <a:endParaRPr/>
          </a:p>
        </p:txBody>
      </p:sp>
      <p:pic>
        <p:nvPicPr>
          <p:cNvPr id="234" name="Google Shape;234;p41"/>
          <p:cNvPicPr preferRelativeResize="0"/>
          <p:nvPr/>
        </p:nvPicPr>
        <p:blipFill rotWithShape="1">
          <a:blip r:embed="rId3">
            <a:alphaModFix/>
          </a:blip>
          <a:srcRect b="5563" l="0" r="0" t="5572"/>
          <a:stretch/>
        </p:blipFill>
        <p:spPr>
          <a:xfrm>
            <a:off x="797085" y="981328"/>
            <a:ext cx="3182700" cy="3181800"/>
          </a:xfrm>
          <a:prstGeom prst="ellipse">
            <a:avLst/>
          </a:prstGeom>
          <a:noFill/>
          <a:ln>
            <a:noFill/>
          </a:ln>
        </p:spPr>
      </p:pic>
      <p:pic>
        <p:nvPicPr>
          <p:cNvPr id="235" name="Google Shape;235;p41"/>
          <p:cNvPicPr preferRelativeResize="0"/>
          <p:nvPr/>
        </p:nvPicPr>
        <p:blipFill rotWithShape="1">
          <a:blip r:embed="rId4">
            <a:alphaModFix/>
          </a:blip>
          <a:srcRect b="21365" l="5953" r="0" t="0"/>
          <a:stretch/>
        </p:blipFill>
        <p:spPr>
          <a:xfrm flipH="1" rot="-803864">
            <a:off x="5509147" y="3966534"/>
            <a:ext cx="3460529" cy="12609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713100" y="539400"/>
            <a:ext cx="7717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Cleaning Steps</a:t>
            </a:r>
            <a:endParaRPr/>
          </a:p>
        </p:txBody>
      </p:sp>
      <p:sp>
        <p:nvSpPr>
          <p:cNvPr id="241" name="Google Shape;241;p42"/>
          <p:cNvSpPr txBox="1"/>
          <p:nvPr>
            <p:ph idx="2" type="title"/>
          </p:nvPr>
        </p:nvSpPr>
        <p:spPr>
          <a:xfrm>
            <a:off x="774079" y="3071843"/>
            <a:ext cx="1776300" cy="37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Handling Missing Values</a:t>
            </a:r>
            <a:endParaRPr/>
          </a:p>
        </p:txBody>
      </p:sp>
      <p:sp>
        <p:nvSpPr>
          <p:cNvPr id="242" name="Google Shape;242;p42"/>
          <p:cNvSpPr txBox="1"/>
          <p:nvPr>
            <p:ph idx="1" type="subTitle"/>
          </p:nvPr>
        </p:nvSpPr>
        <p:spPr>
          <a:xfrm>
            <a:off x="774079" y="3451163"/>
            <a:ext cx="1776300" cy="76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1100">
                <a:solidFill>
                  <a:srgbClr val="000000"/>
                </a:solidFill>
                <a:latin typeface="Arial"/>
                <a:ea typeface="Arial"/>
                <a:cs typeface="Arial"/>
                <a:sym typeface="Arial"/>
              </a:rPr>
              <a:t>All missing or empty entries were checked and removed where necessary.</a:t>
            </a:r>
            <a:endParaRPr i="1" sz="1100">
              <a:solidFill>
                <a:srgbClr val="000000"/>
              </a:solidFill>
              <a:latin typeface="Arial"/>
              <a:ea typeface="Arial"/>
              <a:cs typeface="Arial"/>
              <a:sym typeface="Arial"/>
            </a:endParaRPr>
          </a:p>
          <a:p>
            <a:pPr indent="0" lvl="0" marL="0" rtl="0" algn="ctr">
              <a:spcBef>
                <a:spcPts val="0"/>
              </a:spcBef>
              <a:spcAft>
                <a:spcPts val="0"/>
              </a:spcAft>
              <a:buNone/>
            </a:pPr>
            <a:r>
              <a:rPr i="1" lang="en" sz="1100">
                <a:solidFill>
                  <a:srgbClr val="000000"/>
                </a:solidFill>
                <a:latin typeface="Arial"/>
                <a:ea typeface="Arial"/>
                <a:cs typeface="Arial"/>
                <a:sym typeface="Arial"/>
              </a:rPr>
              <a:t>(No significant missing data remained after cleaning.)</a:t>
            </a:r>
            <a:endParaRPr/>
          </a:p>
        </p:txBody>
      </p:sp>
      <p:sp>
        <p:nvSpPr>
          <p:cNvPr id="243" name="Google Shape;243;p42"/>
          <p:cNvSpPr txBox="1"/>
          <p:nvPr>
            <p:ph idx="3" type="title"/>
          </p:nvPr>
        </p:nvSpPr>
        <p:spPr>
          <a:xfrm>
            <a:off x="2714080" y="3071843"/>
            <a:ext cx="1776300" cy="37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Removing Duplicates</a:t>
            </a:r>
            <a:endParaRPr/>
          </a:p>
        </p:txBody>
      </p:sp>
      <p:sp>
        <p:nvSpPr>
          <p:cNvPr id="244" name="Google Shape;244;p42"/>
          <p:cNvSpPr txBox="1"/>
          <p:nvPr>
            <p:ph idx="4" type="subTitle"/>
          </p:nvPr>
        </p:nvSpPr>
        <p:spPr>
          <a:xfrm>
            <a:off x="2714077" y="3451163"/>
            <a:ext cx="1776300" cy="76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1100">
                <a:solidFill>
                  <a:srgbClr val="000000"/>
                </a:solidFill>
                <a:latin typeface="Arial"/>
                <a:ea typeface="Arial"/>
                <a:cs typeface="Arial"/>
                <a:sym typeface="Arial"/>
              </a:rPr>
              <a:t>Verified that no duplicate flight records were present in the merged dataset.</a:t>
            </a:r>
            <a:endParaRPr i="1" sz="1100">
              <a:solidFill>
                <a:srgbClr val="000000"/>
              </a:solidFill>
              <a:latin typeface="Arial"/>
              <a:ea typeface="Arial"/>
              <a:cs typeface="Arial"/>
              <a:sym typeface="Arial"/>
            </a:endParaRPr>
          </a:p>
          <a:p>
            <a:pPr indent="0" lvl="0" marL="0" rtl="0" algn="ctr">
              <a:spcBef>
                <a:spcPts val="0"/>
              </a:spcBef>
              <a:spcAft>
                <a:spcPts val="0"/>
              </a:spcAft>
              <a:buNone/>
            </a:pPr>
            <a:r>
              <a:rPr i="1" lang="en" sz="1100">
                <a:solidFill>
                  <a:srgbClr val="000000"/>
                </a:solidFill>
                <a:latin typeface="Arial"/>
                <a:ea typeface="Arial"/>
                <a:cs typeface="Arial"/>
                <a:sym typeface="Arial"/>
              </a:rPr>
              <a:t>(Ensured every flight entry was unique.)</a:t>
            </a:r>
            <a:endParaRPr/>
          </a:p>
        </p:txBody>
      </p:sp>
      <p:sp>
        <p:nvSpPr>
          <p:cNvPr id="245" name="Google Shape;245;p42"/>
          <p:cNvSpPr txBox="1"/>
          <p:nvPr>
            <p:ph idx="5" type="title"/>
          </p:nvPr>
        </p:nvSpPr>
        <p:spPr>
          <a:xfrm>
            <a:off x="4654074" y="3071843"/>
            <a:ext cx="1776300" cy="37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Detecting Outliers</a:t>
            </a:r>
            <a:endParaRPr/>
          </a:p>
        </p:txBody>
      </p:sp>
      <p:sp>
        <p:nvSpPr>
          <p:cNvPr id="246" name="Google Shape;246;p42"/>
          <p:cNvSpPr txBox="1"/>
          <p:nvPr>
            <p:ph idx="6" type="subTitle"/>
          </p:nvPr>
        </p:nvSpPr>
        <p:spPr>
          <a:xfrm>
            <a:off x="4654076" y="3451163"/>
            <a:ext cx="1776300" cy="7698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i="1" lang="en" sz="1100">
                <a:solidFill>
                  <a:srgbClr val="000000"/>
                </a:solidFill>
                <a:latin typeface="Arial"/>
                <a:ea typeface="Arial"/>
                <a:cs typeface="Arial"/>
                <a:sym typeface="Arial"/>
              </a:rPr>
              <a:t>Used the 1.5×IQR rule to identify extreme values in distance and flight-level variables.</a:t>
            </a:r>
            <a:endParaRPr i="1" sz="1100">
              <a:solidFill>
                <a:srgbClr val="000000"/>
              </a:solidFill>
              <a:latin typeface="Arial"/>
              <a:ea typeface="Arial"/>
              <a:cs typeface="Arial"/>
              <a:sym typeface="Arial"/>
            </a:endParaRPr>
          </a:p>
          <a:p>
            <a:pPr indent="0" lvl="0" marL="0" rtl="0" algn="ctr">
              <a:spcBef>
                <a:spcPts val="0"/>
              </a:spcBef>
              <a:spcAft>
                <a:spcPts val="0"/>
              </a:spcAft>
              <a:buNone/>
            </a:pPr>
            <a:r>
              <a:rPr i="1" lang="en" sz="1100">
                <a:solidFill>
                  <a:srgbClr val="000000"/>
                </a:solidFill>
                <a:latin typeface="Arial"/>
                <a:ea typeface="Arial"/>
                <a:cs typeface="Arial"/>
                <a:sym typeface="Arial"/>
              </a:rPr>
              <a:t>(Most outliers were valid long-distance flights.)</a:t>
            </a:r>
            <a:endParaRPr/>
          </a:p>
        </p:txBody>
      </p:sp>
      <p:sp>
        <p:nvSpPr>
          <p:cNvPr id="247" name="Google Shape;247;p42"/>
          <p:cNvSpPr txBox="1"/>
          <p:nvPr>
            <p:ph idx="7" type="title"/>
          </p:nvPr>
        </p:nvSpPr>
        <p:spPr>
          <a:xfrm>
            <a:off x="6594075" y="3071843"/>
            <a:ext cx="1776300" cy="37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Converting Data Types</a:t>
            </a:r>
            <a:endParaRPr/>
          </a:p>
        </p:txBody>
      </p:sp>
      <p:sp>
        <p:nvSpPr>
          <p:cNvPr id="248" name="Google Shape;248;p42"/>
          <p:cNvSpPr txBox="1"/>
          <p:nvPr>
            <p:ph idx="8" type="subTitle"/>
          </p:nvPr>
        </p:nvSpPr>
        <p:spPr>
          <a:xfrm>
            <a:off x="6594075" y="3451163"/>
            <a:ext cx="1776300" cy="76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1100">
                <a:solidFill>
                  <a:srgbClr val="000000"/>
                </a:solidFill>
                <a:latin typeface="Arial"/>
                <a:ea typeface="Arial"/>
                <a:cs typeface="Arial"/>
                <a:sym typeface="Arial"/>
              </a:rPr>
              <a:t>Converted all time-related columns to date-time format for time series modeling.</a:t>
            </a:r>
            <a:endParaRPr i="1" sz="1100">
              <a:solidFill>
                <a:srgbClr val="000000"/>
              </a:solidFill>
              <a:latin typeface="Arial"/>
              <a:ea typeface="Arial"/>
              <a:cs typeface="Arial"/>
              <a:sym typeface="Arial"/>
            </a:endParaRPr>
          </a:p>
          <a:p>
            <a:pPr indent="0" lvl="0" marL="0" rtl="0" algn="ctr">
              <a:spcBef>
                <a:spcPts val="0"/>
              </a:spcBef>
              <a:spcAft>
                <a:spcPts val="0"/>
              </a:spcAft>
              <a:buNone/>
            </a:pPr>
            <a:r>
              <a:rPr i="1" lang="en" sz="1100">
                <a:solidFill>
                  <a:srgbClr val="000000"/>
                </a:solidFill>
                <a:latin typeface="Arial"/>
                <a:ea typeface="Arial"/>
                <a:cs typeface="Arial"/>
                <a:sym typeface="Arial"/>
              </a:rPr>
              <a:t>(This enabled daily aggregation and forecasting.)</a:t>
            </a:r>
            <a:endParaRPr/>
          </a:p>
        </p:txBody>
      </p:sp>
      <p:sp>
        <p:nvSpPr>
          <p:cNvPr id="249" name="Google Shape;249;p42"/>
          <p:cNvSpPr/>
          <p:nvPr/>
        </p:nvSpPr>
        <p:spPr>
          <a:xfrm>
            <a:off x="1250779" y="2052018"/>
            <a:ext cx="822900" cy="8229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50" name="Google Shape;250;p42"/>
          <p:cNvSpPr/>
          <p:nvPr/>
        </p:nvSpPr>
        <p:spPr>
          <a:xfrm>
            <a:off x="3190780" y="2052018"/>
            <a:ext cx="822900" cy="8229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51" name="Google Shape;251;p42"/>
          <p:cNvSpPr/>
          <p:nvPr/>
        </p:nvSpPr>
        <p:spPr>
          <a:xfrm>
            <a:off x="5130774" y="2052018"/>
            <a:ext cx="822900" cy="8229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52" name="Google Shape;252;p42"/>
          <p:cNvSpPr/>
          <p:nvPr/>
        </p:nvSpPr>
        <p:spPr>
          <a:xfrm>
            <a:off x="7070775" y="2052018"/>
            <a:ext cx="822900" cy="8229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nvGrpSpPr>
          <p:cNvPr id="253" name="Google Shape;253;p42"/>
          <p:cNvGrpSpPr/>
          <p:nvPr/>
        </p:nvGrpSpPr>
        <p:grpSpPr>
          <a:xfrm>
            <a:off x="3379419" y="2257217"/>
            <a:ext cx="445609" cy="412502"/>
            <a:chOff x="3369335" y="2102280"/>
            <a:chExt cx="429544" cy="397630"/>
          </a:xfrm>
        </p:grpSpPr>
        <p:sp>
          <p:nvSpPr>
            <p:cNvPr id="254" name="Google Shape;254;p42"/>
            <p:cNvSpPr/>
            <p:nvPr/>
          </p:nvSpPr>
          <p:spPr>
            <a:xfrm>
              <a:off x="3577958" y="2430346"/>
              <a:ext cx="12298" cy="47475"/>
            </a:xfrm>
            <a:custGeom>
              <a:rect b="b" l="l" r="r" t="t"/>
              <a:pathLst>
                <a:path extrusionOk="0" h="1382" w="358">
                  <a:moveTo>
                    <a:pt x="167" y="0"/>
                  </a:moveTo>
                  <a:cubicBezTo>
                    <a:pt x="72" y="0"/>
                    <a:pt x="1" y="72"/>
                    <a:pt x="1" y="167"/>
                  </a:cubicBezTo>
                  <a:lnTo>
                    <a:pt x="1" y="1191"/>
                  </a:lnTo>
                  <a:cubicBezTo>
                    <a:pt x="1" y="1310"/>
                    <a:pt x="72" y="1382"/>
                    <a:pt x="167" y="1382"/>
                  </a:cubicBezTo>
                  <a:cubicBezTo>
                    <a:pt x="286" y="1382"/>
                    <a:pt x="358" y="1310"/>
                    <a:pt x="358" y="1191"/>
                  </a:cubicBezTo>
                  <a:lnTo>
                    <a:pt x="358" y="167"/>
                  </a:lnTo>
                  <a:cubicBezTo>
                    <a:pt x="358" y="72"/>
                    <a:pt x="263" y="0"/>
                    <a:pt x="1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2"/>
            <p:cNvSpPr/>
            <p:nvPr/>
          </p:nvSpPr>
          <p:spPr>
            <a:xfrm>
              <a:off x="3369335" y="2102280"/>
              <a:ext cx="429544" cy="397630"/>
            </a:xfrm>
            <a:custGeom>
              <a:rect b="b" l="l" r="r" t="t"/>
              <a:pathLst>
                <a:path extrusionOk="0" h="11575" w="12504">
                  <a:moveTo>
                    <a:pt x="6240" y="358"/>
                  </a:moveTo>
                  <a:cubicBezTo>
                    <a:pt x="6383" y="358"/>
                    <a:pt x="6502" y="429"/>
                    <a:pt x="6550" y="549"/>
                  </a:cubicBezTo>
                  <a:cubicBezTo>
                    <a:pt x="6598" y="620"/>
                    <a:pt x="6621" y="691"/>
                    <a:pt x="6621" y="763"/>
                  </a:cubicBezTo>
                  <a:lnTo>
                    <a:pt x="5859" y="763"/>
                  </a:lnTo>
                  <a:cubicBezTo>
                    <a:pt x="5883" y="691"/>
                    <a:pt x="5907" y="620"/>
                    <a:pt x="5931" y="549"/>
                  </a:cubicBezTo>
                  <a:cubicBezTo>
                    <a:pt x="6002" y="429"/>
                    <a:pt x="6121" y="358"/>
                    <a:pt x="6240" y="358"/>
                  </a:cubicBezTo>
                  <a:close/>
                  <a:moveTo>
                    <a:pt x="5669" y="2358"/>
                  </a:moveTo>
                  <a:lnTo>
                    <a:pt x="5669" y="3716"/>
                  </a:lnTo>
                  <a:lnTo>
                    <a:pt x="5216" y="3716"/>
                  </a:lnTo>
                  <a:lnTo>
                    <a:pt x="5216" y="2358"/>
                  </a:lnTo>
                  <a:close/>
                  <a:moveTo>
                    <a:pt x="6479" y="2358"/>
                  </a:moveTo>
                  <a:lnTo>
                    <a:pt x="6479" y="3716"/>
                  </a:lnTo>
                  <a:lnTo>
                    <a:pt x="6026" y="3716"/>
                  </a:lnTo>
                  <a:lnTo>
                    <a:pt x="6026" y="2358"/>
                  </a:lnTo>
                  <a:close/>
                  <a:moveTo>
                    <a:pt x="7288" y="2358"/>
                  </a:moveTo>
                  <a:lnTo>
                    <a:pt x="7288" y="3716"/>
                  </a:lnTo>
                  <a:lnTo>
                    <a:pt x="6836" y="3716"/>
                  </a:lnTo>
                  <a:lnTo>
                    <a:pt x="6836" y="2358"/>
                  </a:lnTo>
                  <a:close/>
                  <a:moveTo>
                    <a:pt x="811" y="2358"/>
                  </a:moveTo>
                  <a:lnTo>
                    <a:pt x="811" y="4645"/>
                  </a:lnTo>
                  <a:lnTo>
                    <a:pt x="525" y="4645"/>
                  </a:lnTo>
                  <a:cubicBezTo>
                    <a:pt x="430" y="4645"/>
                    <a:pt x="358" y="4573"/>
                    <a:pt x="358" y="4478"/>
                  </a:cubicBezTo>
                  <a:lnTo>
                    <a:pt x="358" y="2525"/>
                  </a:lnTo>
                  <a:cubicBezTo>
                    <a:pt x="358" y="2430"/>
                    <a:pt x="430" y="2358"/>
                    <a:pt x="525" y="2358"/>
                  </a:cubicBezTo>
                  <a:close/>
                  <a:moveTo>
                    <a:pt x="1620" y="2358"/>
                  </a:moveTo>
                  <a:lnTo>
                    <a:pt x="1620" y="4645"/>
                  </a:lnTo>
                  <a:lnTo>
                    <a:pt x="1168" y="4645"/>
                  </a:lnTo>
                  <a:lnTo>
                    <a:pt x="1168" y="2358"/>
                  </a:lnTo>
                  <a:close/>
                  <a:moveTo>
                    <a:pt x="2430" y="2358"/>
                  </a:moveTo>
                  <a:lnTo>
                    <a:pt x="2430" y="4645"/>
                  </a:lnTo>
                  <a:lnTo>
                    <a:pt x="1978" y="4645"/>
                  </a:lnTo>
                  <a:lnTo>
                    <a:pt x="1978" y="2358"/>
                  </a:lnTo>
                  <a:close/>
                  <a:moveTo>
                    <a:pt x="3240" y="2358"/>
                  </a:moveTo>
                  <a:lnTo>
                    <a:pt x="3240" y="4645"/>
                  </a:lnTo>
                  <a:lnTo>
                    <a:pt x="2787" y="4645"/>
                  </a:lnTo>
                  <a:lnTo>
                    <a:pt x="2787" y="2358"/>
                  </a:lnTo>
                  <a:close/>
                  <a:moveTo>
                    <a:pt x="4049" y="2358"/>
                  </a:moveTo>
                  <a:lnTo>
                    <a:pt x="4049" y="4645"/>
                  </a:lnTo>
                  <a:lnTo>
                    <a:pt x="3597" y="4645"/>
                  </a:lnTo>
                  <a:lnTo>
                    <a:pt x="3597" y="2358"/>
                  </a:lnTo>
                  <a:close/>
                  <a:moveTo>
                    <a:pt x="4859" y="2358"/>
                  </a:moveTo>
                  <a:lnTo>
                    <a:pt x="4859" y="3906"/>
                  </a:lnTo>
                  <a:lnTo>
                    <a:pt x="4859" y="4645"/>
                  </a:lnTo>
                  <a:lnTo>
                    <a:pt x="4407" y="4645"/>
                  </a:lnTo>
                  <a:lnTo>
                    <a:pt x="4407" y="2358"/>
                  </a:lnTo>
                  <a:close/>
                  <a:moveTo>
                    <a:pt x="6645" y="4073"/>
                  </a:moveTo>
                  <a:lnTo>
                    <a:pt x="6645" y="4240"/>
                  </a:lnTo>
                  <a:cubicBezTo>
                    <a:pt x="6645" y="4478"/>
                    <a:pt x="6455" y="4645"/>
                    <a:pt x="6240" y="4645"/>
                  </a:cubicBezTo>
                  <a:cubicBezTo>
                    <a:pt x="6026" y="4645"/>
                    <a:pt x="5859" y="4478"/>
                    <a:pt x="5859" y="4240"/>
                  </a:cubicBezTo>
                  <a:lnTo>
                    <a:pt x="5859" y="4073"/>
                  </a:lnTo>
                  <a:close/>
                  <a:moveTo>
                    <a:pt x="8098" y="2358"/>
                  </a:moveTo>
                  <a:lnTo>
                    <a:pt x="8098" y="4645"/>
                  </a:lnTo>
                  <a:lnTo>
                    <a:pt x="7645" y="4645"/>
                  </a:lnTo>
                  <a:lnTo>
                    <a:pt x="7645" y="3906"/>
                  </a:lnTo>
                  <a:lnTo>
                    <a:pt x="7645" y="2358"/>
                  </a:lnTo>
                  <a:close/>
                  <a:moveTo>
                    <a:pt x="8908" y="2358"/>
                  </a:moveTo>
                  <a:lnTo>
                    <a:pt x="8908" y="4645"/>
                  </a:lnTo>
                  <a:lnTo>
                    <a:pt x="8455" y="4645"/>
                  </a:lnTo>
                  <a:lnTo>
                    <a:pt x="8455" y="2358"/>
                  </a:lnTo>
                  <a:close/>
                  <a:moveTo>
                    <a:pt x="9693" y="2358"/>
                  </a:moveTo>
                  <a:lnTo>
                    <a:pt x="9693" y="4645"/>
                  </a:lnTo>
                  <a:lnTo>
                    <a:pt x="9265" y="4645"/>
                  </a:lnTo>
                  <a:lnTo>
                    <a:pt x="9265" y="2358"/>
                  </a:lnTo>
                  <a:close/>
                  <a:moveTo>
                    <a:pt x="10503" y="2358"/>
                  </a:moveTo>
                  <a:lnTo>
                    <a:pt x="10503" y="4645"/>
                  </a:lnTo>
                  <a:lnTo>
                    <a:pt x="10075" y="4645"/>
                  </a:lnTo>
                  <a:lnTo>
                    <a:pt x="10075" y="2358"/>
                  </a:lnTo>
                  <a:close/>
                  <a:moveTo>
                    <a:pt x="11313" y="2358"/>
                  </a:moveTo>
                  <a:lnTo>
                    <a:pt x="11313" y="4645"/>
                  </a:lnTo>
                  <a:lnTo>
                    <a:pt x="10884" y="4645"/>
                  </a:lnTo>
                  <a:lnTo>
                    <a:pt x="10884" y="2358"/>
                  </a:lnTo>
                  <a:close/>
                  <a:moveTo>
                    <a:pt x="7288" y="4073"/>
                  </a:moveTo>
                  <a:lnTo>
                    <a:pt x="7288" y="4835"/>
                  </a:lnTo>
                  <a:cubicBezTo>
                    <a:pt x="7288" y="4930"/>
                    <a:pt x="7360" y="5002"/>
                    <a:pt x="7455" y="5002"/>
                  </a:cubicBezTo>
                  <a:lnTo>
                    <a:pt x="7669" y="5002"/>
                  </a:lnTo>
                  <a:lnTo>
                    <a:pt x="7669" y="5883"/>
                  </a:lnTo>
                  <a:cubicBezTo>
                    <a:pt x="7669" y="6026"/>
                    <a:pt x="7669" y="6193"/>
                    <a:pt x="7669" y="6335"/>
                  </a:cubicBezTo>
                  <a:lnTo>
                    <a:pt x="4835" y="6335"/>
                  </a:lnTo>
                  <a:cubicBezTo>
                    <a:pt x="4835" y="6193"/>
                    <a:pt x="4835" y="6026"/>
                    <a:pt x="4835" y="5883"/>
                  </a:cubicBezTo>
                  <a:lnTo>
                    <a:pt x="4835" y="5002"/>
                  </a:lnTo>
                  <a:lnTo>
                    <a:pt x="5026" y="5002"/>
                  </a:lnTo>
                  <a:cubicBezTo>
                    <a:pt x="5145" y="5002"/>
                    <a:pt x="5216" y="4930"/>
                    <a:pt x="5216" y="4835"/>
                  </a:cubicBezTo>
                  <a:lnTo>
                    <a:pt x="5216" y="4073"/>
                  </a:lnTo>
                  <a:lnTo>
                    <a:pt x="5478" y="4073"/>
                  </a:lnTo>
                  <a:lnTo>
                    <a:pt x="5478" y="4240"/>
                  </a:lnTo>
                  <a:cubicBezTo>
                    <a:pt x="5478" y="4668"/>
                    <a:pt x="5836" y="5002"/>
                    <a:pt x="6240" y="5002"/>
                  </a:cubicBezTo>
                  <a:cubicBezTo>
                    <a:pt x="6669" y="5002"/>
                    <a:pt x="7002" y="4668"/>
                    <a:pt x="7002" y="4240"/>
                  </a:cubicBezTo>
                  <a:lnTo>
                    <a:pt x="7002" y="4073"/>
                  </a:lnTo>
                  <a:close/>
                  <a:moveTo>
                    <a:pt x="7645" y="6693"/>
                  </a:moveTo>
                  <a:cubicBezTo>
                    <a:pt x="7622" y="6836"/>
                    <a:pt x="7622" y="6978"/>
                    <a:pt x="7598" y="7121"/>
                  </a:cubicBezTo>
                  <a:lnTo>
                    <a:pt x="4883" y="7121"/>
                  </a:lnTo>
                  <a:cubicBezTo>
                    <a:pt x="4883" y="6978"/>
                    <a:pt x="4859" y="6836"/>
                    <a:pt x="4859" y="6693"/>
                  </a:cubicBezTo>
                  <a:close/>
                  <a:moveTo>
                    <a:pt x="8646" y="9622"/>
                  </a:moveTo>
                  <a:cubicBezTo>
                    <a:pt x="8741" y="9622"/>
                    <a:pt x="8812" y="9669"/>
                    <a:pt x="8836" y="9765"/>
                  </a:cubicBezTo>
                  <a:lnTo>
                    <a:pt x="8955" y="10122"/>
                  </a:lnTo>
                  <a:cubicBezTo>
                    <a:pt x="8979" y="10146"/>
                    <a:pt x="8979" y="10193"/>
                    <a:pt x="8979" y="10241"/>
                  </a:cubicBezTo>
                  <a:lnTo>
                    <a:pt x="8836" y="10836"/>
                  </a:lnTo>
                  <a:cubicBezTo>
                    <a:pt x="8815" y="10919"/>
                    <a:pt x="8723" y="10984"/>
                    <a:pt x="8637" y="10984"/>
                  </a:cubicBezTo>
                  <a:cubicBezTo>
                    <a:pt x="8623" y="10984"/>
                    <a:pt x="8611" y="10982"/>
                    <a:pt x="8598" y="10979"/>
                  </a:cubicBezTo>
                  <a:lnTo>
                    <a:pt x="7074" y="10717"/>
                  </a:lnTo>
                  <a:cubicBezTo>
                    <a:pt x="7122" y="10646"/>
                    <a:pt x="7288" y="10241"/>
                    <a:pt x="7479" y="9622"/>
                  </a:cubicBezTo>
                  <a:close/>
                  <a:moveTo>
                    <a:pt x="7574" y="7478"/>
                  </a:moveTo>
                  <a:cubicBezTo>
                    <a:pt x="7336" y="9145"/>
                    <a:pt x="6883" y="10193"/>
                    <a:pt x="6479" y="11217"/>
                  </a:cubicBezTo>
                  <a:lnTo>
                    <a:pt x="6002" y="11217"/>
                  </a:lnTo>
                  <a:cubicBezTo>
                    <a:pt x="5597" y="10193"/>
                    <a:pt x="5145" y="9145"/>
                    <a:pt x="4931" y="7478"/>
                  </a:cubicBezTo>
                  <a:close/>
                  <a:moveTo>
                    <a:pt x="6240" y="1"/>
                  </a:moveTo>
                  <a:cubicBezTo>
                    <a:pt x="5978" y="1"/>
                    <a:pt x="5716" y="144"/>
                    <a:pt x="5597" y="382"/>
                  </a:cubicBezTo>
                  <a:lnTo>
                    <a:pt x="4192" y="382"/>
                  </a:lnTo>
                  <a:cubicBezTo>
                    <a:pt x="4073" y="382"/>
                    <a:pt x="4002" y="453"/>
                    <a:pt x="4002" y="572"/>
                  </a:cubicBezTo>
                  <a:cubicBezTo>
                    <a:pt x="4002" y="668"/>
                    <a:pt x="4073" y="739"/>
                    <a:pt x="4192" y="739"/>
                  </a:cubicBezTo>
                  <a:lnTo>
                    <a:pt x="5502" y="739"/>
                  </a:lnTo>
                  <a:cubicBezTo>
                    <a:pt x="5502" y="763"/>
                    <a:pt x="5502" y="763"/>
                    <a:pt x="5502" y="787"/>
                  </a:cubicBezTo>
                  <a:cubicBezTo>
                    <a:pt x="5335" y="810"/>
                    <a:pt x="5169" y="906"/>
                    <a:pt x="5073" y="1049"/>
                  </a:cubicBezTo>
                  <a:cubicBezTo>
                    <a:pt x="5002" y="1144"/>
                    <a:pt x="5026" y="1239"/>
                    <a:pt x="5121" y="1311"/>
                  </a:cubicBezTo>
                  <a:cubicBezTo>
                    <a:pt x="5146" y="1327"/>
                    <a:pt x="5178" y="1335"/>
                    <a:pt x="5210" y="1335"/>
                  </a:cubicBezTo>
                  <a:cubicBezTo>
                    <a:pt x="5268" y="1335"/>
                    <a:pt x="5328" y="1309"/>
                    <a:pt x="5359" y="1263"/>
                  </a:cubicBezTo>
                  <a:lnTo>
                    <a:pt x="5383" y="1263"/>
                  </a:lnTo>
                  <a:cubicBezTo>
                    <a:pt x="5431" y="1192"/>
                    <a:pt x="5526" y="1144"/>
                    <a:pt x="5597" y="1144"/>
                  </a:cubicBezTo>
                  <a:lnTo>
                    <a:pt x="6883" y="1144"/>
                  </a:lnTo>
                  <a:cubicBezTo>
                    <a:pt x="6979" y="1144"/>
                    <a:pt x="7074" y="1192"/>
                    <a:pt x="7122" y="1263"/>
                  </a:cubicBezTo>
                  <a:cubicBezTo>
                    <a:pt x="7264" y="1477"/>
                    <a:pt x="7407" y="1715"/>
                    <a:pt x="7503" y="1977"/>
                  </a:cubicBezTo>
                  <a:lnTo>
                    <a:pt x="5002" y="1977"/>
                  </a:lnTo>
                  <a:cubicBezTo>
                    <a:pt x="5002" y="1954"/>
                    <a:pt x="5026" y="1906"/>
                    <a:pt x="5026" y="1882"/>
                  </a:cubicBezTo>
                  <a:cubicBezTo>
                    <a:pt x="5073" y="1787"/>
                    <a:pt x="5026" y="1668"/>
                    <a:pt x="4931" y="1644"/>
                  </a:cubicBezTo>
                  <a:cubicBezTo>
                    <a:pt x="4905" y="1631"/>
                    <a:pt x="4880" y="1625"/>
                    <a:pt x="4855" y="1625"/>
                  </a:cubicBezTo>
                  <a:cubicBezTo>
                    <a:pt x="4788" y="1625"/>
                    <a:pt x="4727" y="1669"/>
                    <a:pt x="4692" y="1739"/>
                  </a:cubicBezTo>
                  <a:cubicBezTo>
                    <a:pt x="4669" y="1811"/>
                    <a:pt x="4645" y="1906"/>
                    <a:pt x="4597" y="1977"/>
                  </a:cubicBezTo>
                  <a:lnTo>
                    <a:pt x="525" y="1977"/>
                  </a:lnTo>
                  <a:cubicBezTo>
                    <a:pt x="239" y="1977"/>
                    <a:pt x="1" y="2239"/>
                    <a:pt x="1" y="2525"/>
                  </a:cubicBezTo>
                  <a:lnTo>
                    <a:pt x="1" y="4478"/>
                  </a:lnTo>
                  <a:cubicBezTo>
                    <a:pt x="1" y="4764"/>
                    <a:pt x="239" y="5002"/>
                    <a:pt x="525" y="5002"/>
                  </a:cubicBezTo>
                  <a:lnTo>
                    <a:pt x="4454" y="5002"/>
                  </a:lnTo>
                  <a:lnTo>
                    <a:pt x="4454" y="5883"/>
                  </a:lnTo>
                  <a:cubicBezTo>
                    <a:pt x="4454" y="7026"/>
                    <a:pt x="4621" y="8145"/>
                    <a:pt x="4907" y="9241"/>
                  </a:cubicBezTo>
                  <a:lnTo>
                    <a:pt x="3835" y="9241"/>
                  </a:lnTo>
                  <a:cubicBezTo>
                    <a:pt x="3597" y="9241"/>
                    <a:pt x="3383" y="9407"/>
                    <a:pt x="3311" y="9646"/>
                  </a:cubicBezTo>
                  <a:lnTo>
                    <a:pt x="3192" y="10003"/>
                  </a:lnTo>
                  <a:cubicBezTo>
                    <a:pt x="3144" y="10098"/>
                    <a:pt x="3144" y="10217"/>
                    <a:pt x="3168" y="10312"/>
                  </a:cubicBezTo>
                  <a:lnTo>
                    <a:pt x="3311" y="10908"/>
                  </a:lnTo>
                  <a:cubicBezTo>
                    <a:pt x="3359" y="11170"/>
                    <a:pt x="3597" y="11360"/>
                    <a:pt x="3859" y="11360"/>
                  </a:cubicBezTo>
                  <a:cubicBezTo>
                    <a:pt x="3883" y="11360"/>
                    <a:pt x="3930" y="11360"/>
                    <a:pt x="3954" y="11336"/>
                  </a:cubicBezTo>
                  <a:lnTo>
                    <a:pt x="4145" y="11313"/>
                  </a:lnTo>
                  <a:cubicBezTo>
                    <a:pt x="4240" y="11289"/>
                    <a:pt x="4311" y="11194"/>
                    <a:pt x="4288" y="11098"/>
                  </a:cubicBezTo>
                  <a:cubicBezTo>
                    <a:pt x="4267" y="11016"/>
                    <a:pt x="4192" y="10951"/>
                    <a:pt x="4111" y="10951"/>
                  </a:cubicBezTo>
                  <a:cubicBezTo>
                    <a:pt x="4098" y="10951"/>
                    <a:pt x="4086" y="10952"/>
                    <a:pt x="4073" y="10955"/>
                  </a:cubicBezTo>
                  <a:lnTo>
                    <a:pt x="3907" y="10979"/>
                  </a:lnTo>
                  <a:cubicBezTo>
                    <a:pt x="3891" y="10982"/>
                    <a:pt x="3876" y="10984"/>
                    <a:pt x="3861" y="10984"/>
                  </a:cubicBezTo>
                  <a:cubicBezTo>
                    <a:pt x="3764" y="10984"/>
                    <a:pt x="3689" y="10919"/>
                    <a:pt x="3668" y="10836"/>
                  </a:cubicBezTo>
                  <a:lnTo>
                    <a:pt x="3526" y="10241"/>
                  </a:lnTo>
                  <a:cubicBezTo>
                    <a:pt x="3526" y="10193"/>
                    <a:pt x="3526" y="10146"/>
                    <a:pt x="3526" y="10122"/>
                  </a:cubicBezTo>
                  <a:lnTo>
                    <a:pt x="3645" y="9765"/>
                  </a:lnTo>
                  <a:cubicBezTo>
                    <a:pt x="3668" y="9669"/>
                    <a:pt x="3764" y="9622"/>
                    <a:pt x="3835" y="9622"/>
                  </a:cubicBezTo>
                  <a:lnTo>
                    <a:pt x="5026" y="9622"/>
                  </a:lnTo>
                  <a:cubicBezTo>
                    <a:pt x="5193" y="10217"/>
                    <a:pt x="5383" y="10670"/>
                    <a:pt x="5407" y="10717"/>
                  </a:cubicBezTo>
                  <a:lnTo>
                    <a:pt x="4812" y="10813"/>
                  </a:lnTo>
                  <a:cubicBezTo>
                    <a:pt x="4716" y="10836"/>
                    <a:pt x="4645" y="10932"/>
                    <a:pt x="4669" y="11027"/>
                  </a:cubicBezTo>
                  <a:cubicBezTo>
                    <a:pt x="4692" y="11122"/>
                    <a:pt x="4764" y="11170"/>
                    <a:pt x="4835" y="11170"/>
                  </a:cubicBezTo>
                  <a:lnTo>
                    <a:pt x="4883" y="11170"/>
                  </a:lnTo>
                  <a:lnTo>
                    <a:pt x="5550" y="11051"/>
                  </a:lnTo>
                  <a:lnTo>
                    <a:pt x="5716" y="11479"/>
                  </a:lnTo>
                  <a:cubicBezTo>
                    <a:pt x="5740" y="11527"/>
                    <a:pt x="5812" y="11575"/>
                    <a:pt x="5883" y="11575"/>
                  </a:cubicBezTo>
                  <a:lnTo>
                    <a:pt x="6621" y="11575"/>
                  </a:lnTo>
                  <a:cubicBezTo>
                    <a:pt x="6693" y="11575"/>
                    <a:pt x="6740" y="11527"/>
                    <a:pt x="6788" y="11479"/>
                  </a:cubicBezTo>
                  <a:lnTo>
                    <a:pt x="6955" y="11051"/>
                  </a:lnTo>
                  <a:lnTo>
                    <a:pt x="8527" y="11336"/>
                  </a:lnTo>
                  <a:cubicBezTo>
                    <a:pt x="8574" y="11360"/>
                    <a:pt x="8598" y="11360"/>
                    <a:pt x="8646" y="11360"/>
                  </a:cubicBezTo>
                  <a:cubicBezTo>
                    <a:pt x="8884" y="11360"/>
                    <a:pt x="9122" y="11170"/>
                    <a:pt x="9193" y="10908"/>
                  </a:cubicBezTo>
                  <a:lnTo>
                    <a:pt x="9336" y="10312"/>
                  </a:lnTo>
                  <a:cubicBezTo>
                    <a:pt x="9360" y="10217"/>
                    <a:pt x="9336" y="10098"/>
                    <a:pt x="9312" y="10003"/>
                  </a:cubicBezTo>
                  <a:lnTo>
                    <a:pt x="9193" y="9646"/>
                  </a:lnTo>
                  <a:cubicBezTo>
                    <a:pt x="9122" y="9407"/>
                    <a:pt x="8884" y="9241"/>
                    <a:pt x="8646" y="9241"/>
                  </a:cubicBezTo>
                  <a:lnTo>
                    <a:pt x="7574" y="9241"/>
                  </a:lnTo>
                  <a:cubicBezTo>
                    <a:pt x="7884" y="8145"/>
                    <a:pt x="8026" y="7026"/>
                    <a:pt x="8026" y="5883"/>
                  </a:cubicBezTo>
                  <a:lnTo>
                    <a:pt x="8026" y="5002"/>
                  </a:lnTo>
                  <a:lnTo>
                    <a:pt x="11956" y="5002"/>
                  </a:lnTo>
                  <a:cubicBezTo>
                    <a:pt x="12265" y="5002"/>
                    <a:pt x="12504" y="4764"/>
                    <a:pt x="12504" y="4478"/>
                  </a:cubicBezTo>
                  <a:lnTo>
                    <a:pt x="12504" y="3859"/>
                  </a:lnTo>
                  <a:cubicBezTo>
                    <a:pt x="12504" y="3763"/>
                    <a:pt x="12408" y="3692"/>
                    <a:pt x="12313" y="3692"/>
                  </a:cubicBezTo>
                  <a:cubicBezTo>
                    <a:pt x="12218" y="3692"/>
                    <a:pt x="12123" y="3763"/>
                    <a:pt x="12123" y="3859"/>
                  </a:cubicBezTo>
                  <a:lnTo>
                    <a:pt x="12123" y="4478"/>
                  </a:lnTo>
                  <a:cubicBezTo>
                    <a:pt x="12123" y="4573"/>
                    <a:pt x="12051" y="4645"/>
                    <a:pt x="11956" y="4645"/>
                  </a:cubicBezTo>
                  <a:lnTo>
                    <a:pt x="11694" y="4645"/>
                  </a:lnTo>
                  <a:lnTo>
                    <a:pt x="11694" y="2358"/>
                  </a:lnTo>
                  <a:lnTo>
                    <a:pt x="11956" y="2358"/>
                  </a:lnTo>
                  <a:cubicBezTo>
                    <a:pt x="12051" y="2358"/>
                    <a:pt x="12123" y="2430"/>
                    <a:pt x="12123" y="2525"/>
                  </a:cubicBezTo>
                  <a:lnTo>
                    <a:pt x="12123" y="3144"/>
                  </a:lnTo>
                  <a:cubicBezTo>
                    <a:pt x="12123" y="3240"/>
                    <a:pt x="12218" y="3311"/>
                    <a:pt x="12313" y="3311"/>
                  </a:cubicBezTo>
                  <a:cubicBezTo>
                    <a:pt x="12408" y="3311"/>
                    <a:pt x="12504" y="3240"/>
                    <a:pt x="12504" y="3144"/>
                  </a:cubicBezTo>
                  <a:lnTo>
                    <a:pt x="12504" y="2525"/>
                  </a:lnTo>
                  <a:cubicBezTo>
                    <a:pt x="12504" y="2239"/>
                    <a:pt x="12265" y="1977"/>
                    <a:pt x="11956" y="1977"/>
                  </a:cubicBezTo>
                  <a:lnTo>
                    <a:pt x="7884" y="1977"/>
                  </a:lnTo>
                  <a:cubicBezTo>
                    <a:pt x="7765" y="1644"/>
                    <a:pt x="7622" y="1311"/>
                    <a:pt x="7407" y="1049"/>
                  </a:cubicBezTo>
                  <a:cubicBezTo>
                    <a:pt x="7312" y="906"/>
                    <a:pt x="7169" y="810"/>
                    <a:pt x="7002" y="787"/>
                  </a:cubicBezTo>
                  <a:cubicBezTo>
                    <a:pt x="7002" y="763"/>
                    <a:pt x="7002" y="763"/>
                    <a:pt x="6979" y="739"/>
                  </a:cubicBezTo>
                  <a:lnTo>
                    <a:pt x="8312" y="739"/>
                  </a:lnTo>
                  <a:cubicBezTo>
                    <a:pt x="8407" y="739"/>
                    <a:pt x="8503" y="668"/>
                    <a:pt x="8503" y="572"/>
                  </a:cubicBezTo>
                  <a:cubicBezTo>
                    <a:pt x="8503" y="453"/>
                    <a:pt x="8407" y="382"/>
                    <a:pt x="8312" y="382"/>
                  </a:cubicBezTo>
                  <a:lnTo>
                    <a:pt x="6883" y="382"/>
                  </a:lnTo>
                  <a:cubicBezTo>
                    <a:pt x="6764" y="144"/>
                    <a:pt x="6526" y="1"/>
                    <a:pt x="62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 name="Google Shape;256;p42"/>
          <p:cNvGrpSpPr/>
          <p:nvPr/>
        </p:nvGrpSpPr>
        <p:grpSpPr>
          <a:xfrm>
            <a:off x="5403031" y="2240681"/>
            <a:ext cx="278398" cy="445573"/>
            <a:chOff x="2074314" y="4039520"/>
            <a:chExt cx="268362" cy="429509"/>
          </a:xfrm>
        </p:grpSpPr>
        <p:sp>
          <p:nvSpPr>
            <p:cNvPr id="257" name="Google Shape;257;p42"/>
            <p:cNvSpPr/>
            <p:nvPr/>
          </p:nvSpPr>
          <p:spPr>
            <a:xfrm>
              <a:off x="2187231" y="4431379"/>
              <a:ext cx="42563" cy="12298"/>
            </a:xfrm>
            <a:custGeom>
              <a:rect b="b" l="l" r="r" t="t"/>
              <a:pathLst>
                <a:path extrusionOk="0" h="358" w="1239">
                  <a:moveTo>
                    <a:pt x="191" y="0"/>
                  </a:moveTo>
                  <a:cubicBezTo>
                    <a:pt x="95" y="0"/>
                    <a:pt x="0" y="96"/>
                    <a:pt x="0" y="191"/>
                  </a:cubicBezTo>
                  <a:cubicBezTo>
                    <a:pt x="0" y="286"/>
                    <a:pt x="95" y="357"/>
                    <a:pt x="191" y="357"/>
                  </a:cubicBezTo>
                  <a:lnTo>
                    <a:pt x="1048" y="357"/>
                  </a:lnTo>
                  <a:cubicBezTo>
                    <a:pt x="1143" y="357"/>
                    <a:pt x="1238" y="286"/>
                    <a:pt x="1238" y="191"/>
                  </a:cubicBezTo>
                  <a:cubicBezTo>
                    <a:pt x="1238" y="96"/>
                    <a:pt x="1143" y="0"/>
                    <a:pt x="10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2"/>
            <p:cNvSpPr/>
            <p:nvPr/>
          </p:nvSpPr>
          <p:spPr>
            <a:xfrm>
              <a:off x="2074314" y="4039520"/>
              <a:ext cx="268362" cy="429509"/>
            </a:xfrm>
            <a:custGeom>
              <a:rect b="b" l="l" r="r" t="t"/>
              <a:pathLst>
                <a:path extrusionOk="0" h="12503" w="7812">
                  <a:moveTo>
                    <a:pt x="4121" y="1786"/>
                  </a:moveTo>
                  <a:cubicBezTo>
                    <a:pt x="4192" y="1786"/>
                    <a:pt x="4240" y="1834"/>
                    <a:pt x="4240" y="1882"/>
                  </a:cubicBezTo>
                  <a:lnTo>
                    <a:pt x="4335" y="2215"/>
                  </a:lnTo>
                  <a:lnTo>
                    <a:pt x="3478" y="2215"/>
                  </a:lnTo>
                  <a:lnTo>
                    <a:pt x="3573" y="1882"/>
                  </a:lnTo>
                  <a:cubicBezTo>
                    <a:pt x="3573" y="1834"/>
                    <a:pt x="3620" y="1786"/>
                    <a:pt x="3692" y="1786"/>
                  </a:cubicBezTo>
                  <a:close/>
                  <a:moveTo>
                    <a:pt x="5407" y="2572"/>
                  </a:moveTo>
                  <a:cubicBezTo>
                    <a:pt x="5502" y="2572"/>
                    <a:pt x="5597" y="2620"/>
                    <a:pt x="5669" y="2667"/>
                  </a:cubicBezTo>
                  <a:lnTo>
                    <a:pt x="6002" y="2929"/>
                  </a:lnTo>
                  <a:lnTo>
                    <a:pt x="1811" y="2929"/>
                  </a:lnTo>
                  <a:lnTo>
                    <a:pt x="2144" y="2667"/>
                  </a:lnTo>
                  <a:cubicBezTo>
                    <a:pt x="2215" y="2620"/>
                    <a:pt x="2311" y="2572"/>
                    <a:pt x="2430" y="2572"/>
                  </a:cubicBezTo>
                  <a:close/>
                  <a:moveTo>
                    <a:pt x="2477" y="3287"/>
                  </a:moveTo>
                  <a:lnTo>
                    <a:pt x="2644" y="4620"/>
                  </a:lnTo>
                  <a:lnTo>
                    <a:pt x="1858" y="4620"/>
                  </a:lnTo>
                  <a:lnTo>
                    <a:pt x="1501" y="3287"/>
                  </a:lnTo>
                  <a:close/>
                  <a:moveTo>
                    <a:pt x="3716" y="3287"/>
                  </a:moveTo>
                  <a:lnTo>
                    <a:pt x="3716" y="4620"/>
                  </a:lnTo>
                  <a:lnTo>
                    <a:pt x="3001" y="4620"/>
                  </a:lnTo>
                  <a:lnTo>
                    <a:pt x="2835" y="3287"/>
                  </a:lnTo>
                  <a:close/>
                  <a:moveTo>
                    <a:pt x="4978" y="3287"/>
                  </a:moveTo>
                  <a:lnTo>
                    <a:pt x="4811" y="4620"/>
                  </a:lnTo>
                  <a:lnTo>
                    <a:pt x="4097" y="4620"/>
                  </a:lnTo>
                  <a:lnTo>
                    <a:pt x="4097" y="3287"/>
                  </a:lnTo>
                  <a:close/>
                  <a:moveTo>
                    <a:pt x="1882" y="6049"/>
                  </a:moveTo>
                  <a:lnTo>
                    <a:pt x="2120" y="8550"/>
                  </a:lnTo>
                  <a:cubicBezTo>
                    <a:pt x="2168" y="8978"/>
                    <a:pt x="2287" y="9335"/>
                    <a:pt x="2477" y="9574"/>
                  </a:cubicBezTo>
                  <a:lnTo>
                    <a:pt x="2311" y="9574"/>
                  </a:lnTo>
                  <a:cubicBezTo>
                    <a:pt x="1668" y="9574"/>
                    <a:pt x="1120" y="9121"/>
                    <a:pt x="1001" y="8502"/>
                  </a:cubicBezTo>
                  <a:lnTo>
                    <a:pt x="548" y="6049"/>
                  </a:lnTo>
                  <a:close/>
                  <a:moveTo>
                    <a:pt x="7336" y="4977"/>
                  </a:moveTo>
                  <a:cubicBezTo>
                    <a:pt x="7383" y="4977"/>
                    <a:pt x="7407" y="5001"/>
                    <a:pt x="7407" y="5001"/>
                  </a:cubicBezTo>
                  <a:cubicBezTo>
                    <a:pt x="7431" y="5025"/>
                    <a:pt x="7431" y="5049"/>
                    <a:pt x="7431" y="5096"/>
                  </a:cubicBezTo>
                  <a:lnTo>
                    <a:pt x="7312" y="5692"/>
                  </a:lnTo>
                  <a:lnTo>
                    <a:pt x="3358" y="5692"/>
                  </a:lnTo>
                  <a:cubicBezTo>
                    <a:pt x="3263" y="5692"/>
                    <a:pt x="3192" y="5763"/>
                    <a:pt x="3192" y="5859"/>
                  </a:cubicBezTo>
                  <a:cubicBezTo>
                    <a:pt x="3192" y="5978"/>
                    <a:pt x="3263" y="6049"/>
                    <a:pt x="3358" y="6049"/>
                  </a:cubicBezTo>
                  <a:lnTo>
                    <a:pt x="3716" y="6049"/>
                  </a:lnTo>
                  <a:lnTo>
                    <a:pt x="3716" y="9574"/>
                  </a:lnTo>
                  <a:lnTo>
                    <a:pt x="3073" y="9574"/>
                  </a:lnTo>
                  <a:cubicBezTo>
                    <a:pt x="2835" y="9574"/>
                    <a:pt x="2549" y="9193"/>
                    <a:pt x="2501" y="8526"/>
                  </a:cubicBezTo>
                  <a:lnTo>
                    <a:pt x="2263" y="6049"/>
                  </a:lnTo>
                  <a:lnTo>
                    <a:pt x="2644" y="6049"/>
                  </a:lnTo>
                  <a:cubicBezTo>
                    <a:pt x="2739" y="6049"/>
                    <a:pt x="2811" y="5978"/>
                    <a:pt x="2811" y="5859"/>
                  </a:cubicBezTo>
                  <a:cubicBezTo>
                    <a:pt x="2811" y="5763"/>
                    <a:pt x="2739" y="5692"/>
                    <a:pt x="2644" y="5692"/>
                  </a:cubicBezTo>
                  <a:lnTo>
                    <a:pt x="501" y="5692"/>
                  </a:lnTo>
                  <a:lnTo>
                    <a:pt x="382" y="5096"/>
                  </a:lnTo>
                  <a:cubicBezTo>
                    <a:pt x="382" y="5049"/>
                    <a:pt x="382" y="5025"/>
                    <a:pt x="406" y="5001"/>
                  </a:cubicBezTo>
                  <a:cubicBezTo>
                    <a:pt x="406" y="5001"/>
                    <a:pt x="429" y="4977"/>
                    <a:pt x="477" y="4977"/>
                  </a:cubicBezTo>
                  <a:close/>
                  <a:moveTo>
                    <a:pt x="5549" y="6049"/>
                  </a:moveTo>
                  <a:lnTo>
                    <a:pt x="5311" y="8526"/>
                  </a:lnTo>
                  <a:cubicBezTo>
                    <a:pt x="5264" y="9193"/>
                    <a:pt x="4978" y="9574"/>
                    <a:pt x="4740" y="9574"/>
                  </a:cubicBezTo>
                  <a:lnTo>
                    <a:pt x="4097" y="9574"/>
                  </a:lnTo>
                  <a:lnTo>
                    <a:pt x="4097" y="6049"/>
                  </a:lnTo>
                  <a:close/>
                  <a:moveTo>
                    <a:pt x="7264" y="6049"/>
                  </a:moveTo>
                  <a:lnTo>
                    <a:pt x="6812" y="8502"/>
                  </a:lnTo>
                  <a:cubicBezTo>
                    <a:pt x="6693" y="9121"/>
                    <a:pt x="6145" y="9574"/>
                    <a:pt x="5502" y="9574"/>
                  </a:cubicBezTo>
                  <a:lnTo>
                    <a:pt x="5335" y="9574"/>
                  </a:lnTo>
                  <a:cubicBezTo>
                    <a:pt x="5526" y="9335"/>
                    <a:pt x="5645" y="8978"/>
                    <a:pt x="5692" y="8550"/>
                  </a:cubicBezTo>
                  <a:lnTo>
                    <a:pt x="5930" y="6049"/>
                  </a:lnTo>
                  <a:close/>
                  <a:moveTo>
                    <a:pt x="3906" y="0"/>
                  </a:moveTo>
                  <a:cubicBezTo>
                    <a:pt x="3811" y="0"/>
                    <a:pt x="3716" y="72"/>
                    <a:pt x="3716" y="191"/>
                  </a:cubicBezTo>
                  <a:lnTo>
                    <a:pt x="3716" y="1429"/>
                  </a:lnTo>
                  <a:lnTo>
                    <a:pt x="3692" y="1429"/>
                  </a:lnTo>
                  <a:cubicBezTo>
                    <a:pt x="3478" y="1429"/>
                    <a:pt x="3263" y="1572"/>
                    <a:pt x="3216" y="1786"/>
                  </a:cubicBezTo>
                  <a:lnTo>
                    <a:pt x="3097" y="2215"/>
                  </a:lnTo>
                  <a:lnTo>
                    <a:pt x="2430" y="2215"/>
                  </a:lnTo>
                  <a:cubicBezTo>
                    <a:pt x="2239" y="2215"/>
                    <a:pt x="2049" y="2263"/>
                    <a:pt x="1906" y="2382"/>
                  </a:cubicBezTo>
                  <a:lnTo>
                    <a:pt x="1168" y="2953"/>
                  </a:lnTo>
                  <a:cubicBezTo>
                    <a:pt x="1096" y="3001"/>
                    <a:pt x="1072" y="3072"/>
                    <a:pt x="1096" y="3144"/>
                  </a:cubicBezTo>
                  <a:lnTo>
                    <a:pt x="1477" y="4620"/>
                  </a:lnTo>
                  <a:lnTo>
                    <a:pt x="477" y="4620"/>
                  </a:lnTo>
                  <a:cubicBezTo>
                    <a:pt x="334" y="4620"/>
                    <a:pt x="215" y="4668"/>
                    <a:pt x="120" y="4787"/>
                  </a:cubicBezTo>
                  <a:cubicBezTo>
                    <a:pt x="24" y="4882"/>
                    <a:pt x="1" y="5025"/>
                    <a:pt x="24" y="5144"/>
                  </a:cubicBezTo>
                  <a:cubicBezTo>
                    <a:pt x="72" y="5477"/>
                    <a:pt x="572" y="8121"/>
                    <a:pt x="644" y="8573"/>
                  </a:cubicBezTo>
                  <a:cubicBezTo>
                    <a:pt x="787" y="9359"/>
                    <a:pt x="1501" y="9955"/>
                    <a:pt x="2311" y="9955"/>
                  </a:cubicBezTo>
                  <a:lnTo>
                    <a:pt x="2692" y="9955"/>
                  </a:lnTo>
                  <a:lnTo>
                    <a:pt x="2692" y="10431"/>
                  </a:lnTo>
                  <a:cubicBezTo>
                    <a:pt x="2692" y="10550"/>
                    <a:pt x="2787" y="10621"/>
                    <a:pt x="2882" y="10621"/>
                  </a:cubicBezTo>
                  <a:cubicBezTo>
                    <a:pt x="2977" y="10621"/>
                    <a:pt x="3073" y="10550"/>
                    <a:pt x="3073" y="10431"/>
                  </a:cubicBezTo>
                  <a:lnTo>
                    <a:pt x="3073" y="9955"/>
                  </a:lnTo>
                  <a:lnTo>
                    <a:pt x="4740" y="9955"/>
                  </a:lnTo>
                  <a:lnTo>
                    <a:pt x="4740" y="12312"/>
                  </a:lnTo>
                  <a:cubicBezTo>
                    <a:pt x="4740" y="12431"/>
                    <a:pt x="4835" y="12503"/>
                    <a:pt x="4930" y="12503"/>
                  </a:cubicBezTo>
                  <a:cubicBezTo>
                    <a:pt x="5026" y="12503"/>
                    <a:pt x="5121" y="12431"/>
                    <a:pt x="5121" y="12312"/>
                  </a:cubicBezTo>
                  <a:lnTo>
                    <a:pt x="5121" y="9955"/>
                  </a:lnTo>
                  <a:lnTo>
                    <a:pt x="5502" y="9955"/>
                  </a:lnTo>
                  <a:cubicBezTo>
                    <a:pt x="6311" y="9955"/>
                    <a:pt x="7026" y="9359"/>
                    <a:pt x="7169" y="8573"/>
                  </a:cubicBezTo>
                  <a:cubicBezTo>
                    <a:pt x="7240" y="8121"/>
                    <a:pt x="7717" y="5501"/>
                    <a:pt x="7788" y="5144"/>
                  </a:cubicBezTo>
                  <a:cubicBezTo>
                    <a:pt x="7812" y="5025"/>
                    <a:pt x="7788" y="4882"/>
                    <a:pt x="7693" y="4787"/>
                  </a:cubicBezTo>
                  <a:cubicBezTo>
                    <a:pt x="7597" y="4668"/>
                    <a:pt x="7478" y="4620"/>
                    <a:pt x="7336" y="4620"/>
                  </a:cubicBezTo>
                  <a:lnTo>
                    <a:pt x="6335" y="4620"/>
                  </a:lnTo>
                  <a:lnTo>
                    <a:pt x="6359" y="4573"/>
                  </a:lnTo>
                  <a:cubicBezTo>
                    <a:pt x="6383" y="4453"/>
                    <a:pt x="6311" y="4358"/>
                    <a:pt x="6216" y="4334"/>
                  </a:cubicBezTo>
                  <a:cubicBezTo>
                    <a:pt x="6204" y="4331"/>
                    <a:pt x="6191" y="4330"/>
                    <a:pt x="6179" y="4330"/>
                  </a:cubicBezTo>
                  <a:cubicBezTo>
                    <a:pt x="6097" y="4330"/>
                    <a:pt x="6023" y="4395"/>
                    <a:pt x="6002" y="4477"/>
                  </a:cubicBezTo>
                  <a:lnTo>
                    <a:pt x="5954" y="4620"/>
                  </a:lnTo>
                  <a:lnTo>
                    <a:pt x="5168" y="4620"/>
                  </a:lnTo>
                  <a:lnTo>
                    <a:pt x="5335" y="3287"/>
                  </a:lnTo>
                  <a:lnTo>
                    <a:pt x="6311" y="3287"/>
                  </a:lnTo>
                  <a:lnTo>
                    <a:pt x="6192" y="3739"/>
                  </a:lnTo>
                  <a:cubicBezTo>
                    <a:pt x="6169" y="3834"/>
                    <a:pt x="6216" y="3930"/>
                    <a:pt x="6311" y="3953"/>
                  </a:cubicBezTo>
                  <a:cubicBezTo>
                    <a:pt x="6328" y="3957"/>
                    <a:pt x="6345" y="3959"/>
                    <a:pt x="6362" y="3959"/>
                  </a:cubicBezTo>
                  <a:cubicBezTo>
                    <a:pt x="6445" y="3959"/>
                    <a:pt x="6530" y="3913"/>
                    <a:pt x="6550" y="3834"/>
                  </a:cubicBezTo>
                  <a:lnTo>
                    <a:pt x="6716" y="3144"/>
                  </a:lnTo>
                  <a:cubicBezTo>
                    <a:pt x="6740" y="3072"/>
                    <a:pt x="6716" y="3001"/>
                    <a:pt x="6645" y="2953"/>
                  </a:cubicBezTo>
                  <a:lnTo>
                    <a:pt x="5907" y="2382"/>
                  </a:lnTo>
                  <a:cubicBezTo>
                    <a:pt x="5764" y="2263"/>
                    <a:pt x="5573" y="2215"/>
                    <a:pt x="5407" y="2215"/>
                  </a:cubicBezTo>
                  <a:lnTo>
                    <a:pt x="4716" y="2215"/>
                  </a:lnTo>
                  <a:lnTo>
                    <a:pt x="4597" y="1786"/>
                  </a:lnTo>
                  <a:cubicBezTo>
                    <a:pt x="4549" y="1572"/>
                    <a:pt x="4335" y="1429"/>
                    <a:pt x="4121" y="1429"/>
                  </a:cubicBezTo>
                  <a:lnTo>
                    <a:pt x="4097" y="1429"/>
                  </a:lnTo>
                  <a:lnTo>
                    <a:pt x="4097" y="191"/>
                  </a:lnTo>
                  <a:cubicBezTo>
                    <a:pt x="4097" y="72"/>
                    <a:pt x="4001" y="0"/>
                    <a:pt x="3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2"/>
            <p:cNvSpPr/>
            <p:nvPr/>
          </p:nvSpPr>
          <p:spPr>
            <a:xfrm>
              <a:off x="2170845" y="4053571"/>
              <a:ext cx="16420" cy="28513"/>
            </a:xfrm>
            <a:custGeom>
              <a:rect b="b" l="l" r="r" t="t"/>
              <a:pathLst>
                <a:path extrusionOk="0" h="830" w="478">
                  <a:moveTo>
                    <a:pt x="257" y="1"/>
                  </a:moveTo>
                  <a:cubicBezTo>
                    <a:pt x="199" y="1"/>
                    <a:pt x="148" y="26"/>
                    <a:pt x="120" y="67"/>
                  </a:cubicBezTo>
                  <a:cubicBezTo>
                    <a:pt x="48" y="163"/>
                    <a:pt x="1" y="282"/>
                    <a:pt x="1" y="401"/>
                  </a:cubicBezTo>
                  <a:cubicBezTo>
                    <a:pt x="1" y="520"/>
                    <a:pt x="48" y="639"/>
                    <a:pt x="120" y="734"/>
                  </a:cubicBezTo>
                  <a:cubicBezTo>
                    <a:pt x="144" y="806"/>
                    <a:pt x="215" y="830"/>
                    <a:pt x="263" y="830"/>
                  </a:cubicBezTo>
                  <a:cubicBezTo>
                    <a:pt x="310" y="830"/>
                    <a:pt x="334" y="806"/>
                    <a:pt x="382" y="782"/>
                  </a:cubicBezTo>
                  <a:cubicBezTo>
                    <a:pt x="453" y="734"/>
                    <a:pt x="477" y="615"/>
                    <a:pt x="406" y="520"/>
                  </a:cubicBezTo>
                  <a:cubicBezTo>
                    <a:pt x="382" y="496"/>
                    <a:pt x="382" y="449"/>
                    <a:pt x="382" y="401"/>
                  </a:cubicBezTo>
                  <a:cubicBezTo>
                    <a:pt x="382" y="377"/>
                    <a:pt x="382" y="329"/>
                    <a:pt x="406" y="282"/>
                  </a:cubicBezTo>
                  <a:cubicBezTo>
                    <a:pt x="477" y="210"/>
                    <a:pt x="453" y="91"/>
                    <a:pt x="382" y="44"/>
                  </a:cubicBezTo>
                  <a:cubicBezTo>
                    <a:pt x="342" y="14"/>
                    <a:pt x="298" y="1"/>
                    <a:pt x="2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42"/>
            <p:cNvSpPr/>
            <p:nvPr/>
          </p:nvSpPr>
          <p:spPr>
            <a:xfrm>
              <a:off x="2150405" y="4039658"/>
              <a:ext cx="21299" cy="56338"/>
            </a:xfrm>
            <a:custGeom>
              <a:rect b="b" l="l" r="r" t="t"/>
              <a:pathLst>
                <a:path extrusionOk="0" h="1640" w="620">
                  <a:moveTo>
                    <a:pt x="416" y="1"/>
                  </a:moveTo>
                  <a:cubicBezTo>
                    <a:pt x="361" y="1"/>
                    <a:pt x="304" y="26"/>
                    <a:pt x="262" y="68"/>
                  </a:cubicBezTo>
                  <a:cubicBezTo>
                    <a:pt x="96" y="282"/>
                    <a:pt x="0" y="544"/>
                    <a:pt x="0" y="806"/>
                  </a:cubicBezTo>
                  <a:cubicBezTo>
                    <a:pt x="0" y="1092"/>
                    <a:pt x="96" y="1354"/>
                    <a:pt x="262" y="1568"/>
                  </a:cubicBezTo>
                  <a:cubicBezTo>
                    <a:pt x="310" y="1616"/>
                    <a:pt x="358" y="1639"/>
                    <a:pt x="405" y="1639"/>
                  </a:cubicBezTo>
                  <a:cubicBezTo>
                    <a:pt x="453" y="1639"/>
                    <a:pt x="501" y="1616"/>
                    <a:pt x="524" y="1592"/>
                  </a:cubicBezTo>
                  <a:cubicBezTo>
                    <a:pt x="596" y="1520"/>
                    <a:pt x="620" y="1401"/>
                    <a:pt x="548" y="1330"/>
                  </a:cubicBezTo>
                  <a:cubicBezTo>
                    <a:pt x="429" y="1187"/>
                    <a:pt x="358" y="996"/>
                    <a:pt x="358" y="806"/>
                  </a:cubicBezTo>
                  <a:cubicBezTo>
                    <a:pt x="358" y="615"/>
                    <a:pt x="429" y="449"/>
                    <a:pt x="548" y="306"/>
                  </a:cubicBezTo>
                  <a:cubicBezTo>
                    <a:pt x="620" y="211"/>
                    <a:pt x="596" y="91"/>
                    <a:pt x="524" y="44"/>
                  </a:cubicBezTo>
                  <a:cubicBezTo>
                    <a:pt x="494" y="14"/>
                    <a:pt x="456" y="1"/>
                    <a:pt x="4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2"/>
            <p:cNvSpPr/>
            <p:nvPr/>
          </p:nvSpPr>
          <p:spPr>
            <a:xfrm>
              <a:off x="2229759" y="4053571"/>
              <a:ext cx="16386" cy="28513"/>
            </a:xfrm>
            <a:custGeom>
              <a:rect b="b" l="l" r="r" t="t"/>
              <a:pathLst>
                <a:path extrusionOk="0" h="830" w="477">
                  <a:moveTo>
                    <a:pt x="221" y="1"/>
                  </a:moveTo>
                  <a:cubicBezTo>
                    <a:pt x="180" y="1"/>
                    <a:pt x="136" y="14"/>
                    <a:pt x="96" y="44"/>
                  </a:cubicBezTo>
                  <a:cubicBezTo>
                    <a:pt x="24" y="91"/>
                    <a:pt x="0" y="210"/>
                    <a:pt x="72" y="282"/>
                  </a:cubicBezTo>
                  <a:cubicBezTo>
                    <a:pt x="96" y="329"/>
                    <a:pt x="96" y="377"/>
                    <a:pt x="96" y="401"/>
                  </a:cubicBezTo>
                  <a:cubicBezTo>
                    <a:pt x="96" y="449"/>
                    <a:pt x="96" y="496"/>
                    <a:pt x="72" y="520"/>
                  </a:cubicBezTo>
                  <a:cubicBezTo>
                    <a:pt x="0" y="615"/>
                    <a:pt x="24" y="734"/>
                    <a:pt x="96" y="782"/>
                  </a:cubicBezTo>
                  <a:cubicBezTo>
                    <a:pt x="143" y="806"/>
                    <a:pt x="167" y="830"/>
                    <a:pt x="215" y="830"/>
                  </a:cubicBezTo>
                  <a:cubicBezTo>
                    <a:pt x="262" y="830"/>
                    <a:pt x="334" y="806"/>
                    <a:pt x="358" y="734"/>
                  </a:cubicBezTo>
                  <a:cubicBezTo>
                    <a:pt x="429" y="639"/>
                    <a:pt x="477" y="520"/>
                    <a:pt x="477" y="401"/>
                  </a:cubicBezTo>
                  <a:cubicBezTo>
                    <a:pt x="477" y="282"/>
                    <a:pt x="429" y="163"/>
                    <a:pt x="358" y="67"/>
                  </a:cubicBezTo>
                  <a:cubicBezTo>
                    <a:pt x="330" y="26"/>
                    <a:pt x="278" y="1"/>
                    <a:pt x="2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2"/>
            <p:cNvSpPr/>
            <p:nvPr/>
          </p:nvSpPr>
          <p:spPr>
            <a:xfrm>
              <a:off x="2245287" y="4039658"/>
              <a:ext cx="21333" cy="56338"/>
            </a:xfrm>
            <a:custGeom>
              <a:rect b="b" l="l" r="r" t="t"/>
              <a:pathLst>
                <a:path extrusionOk="0" h="1640" w="621">
                  <a:moveTo>
                    <a:pt x="204" y="1"/>
                  </a:moveTo>
                  <a:cubicBezTo>
                    <a:pt x="164" y="1"/>
                    <a:pt x="126" y="14"/>
                    <a:pt x="96" y="44"/>
                  </a:cubicBezTo>
                  <a:cubicBezTo>
                    <a:pt x="25" y="115"/>
                    <a:pt x="1" y="211"/>
                    <a:pt x="72" y="306"/>
                  </a:cubicBezTo>
                  <a:cubicBezTo>
                    <a:pt x="191" y="449"/>
                    <a:pt x="263" y="615"/>
                    <a:pt x="263" y="806"/>
                  </a:cubicBezTo>
                  <a:cubicBezTo>
                    <a:pt x="263" y="996"/>
                    <a:pt x="191" y="1187"/>
                    <a:pt x="72" y="1330"/>
                  </a:cubicBezTo>
                  <a:cubicBezTo>
                    <a:pt x="1" y="1401"/>
                    <a:pt x="25" y="1520"/>
                    <a:pt x="96" y="1592"/>
                  </a:cubicBezTo>
                  <a:cubicBezTo>
                    <a:pt x="144" y="1616"/>
                    <a:pt x="168" y="1639"/>
                    <a:pt x="215" y="1639"/>
                  </a:cubicBezTo>
                  <a:cubicBezTo>
                    <a:pt x="263" y="1639"/>
                    <a:pt x="310" y="1616"/>
                    <a:pt x="358" y="1568"/>
                  </a:cubicBezTo>
                  <a:cubicBezTo>
                    <a:pt x="525" y="1354"/>
                    <a:pt x="620" y="1092"/>
                    <a:pt x="620" y="806"/>
                  </a:cubicBezTo>
                  <a:cubicBezTo>
                    <a:pt x="620" y="544"/>
                    <a:pt x="525" y="282"/>
                    <a:pt x="358" y="68"/>
                  </a:cubicBezTo>
                  <a:cubicBezTo>
                    <a:pt x="317" y="26"/>
                    <a:pt x="259" y="1"/>
                    <a:pt x="2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2"/>
            <p:cNvSpPr/>
            <p:nvPr/>
          </p:nvSpPr>
          <p:spPr>
            <a:xfrm>
              <a:off x="2166757" y="4417467"/>
              <a:ext cx="13123" cy="51563"/>
            </a:xfrm>
            <a:custGeom>
              <a:rect b="b" l="l" r="r" t="t"/>
              <a:pathLst>
                <a:path extrusionOk="0" h="1501" w="382">
                  <a:moveTo>
                    <a:pt x="191" y="0"/>
                  </a:moveTo>
                  <a:cubicBezTo>
                    <a:pt x="96" y="0"/>
                    <a:pt x="1" y="72"/>
                    <a:pt x="1" y="167"/>
                  </a:cubicBezTo>
                  <a:lnTo>
                    <a:pt x="1" y="1310"/>
                  </a:lnTo>
                  <a:cubicBezTo>
                    <a:pt x="1" y="1429"/>
                    <a:pt x="96" y="1501"/>
                    <a:pt x="191" y="1501"/>
                  </a:cubicBezTo>
                  <a:cubicBezTo>
                    <a:pt x="286" y="1501"/>
                    <a:pt x="382" y="1429"/>
                    <a:pt x="382" y="1310"/>
                  </a:cubicBezTo>
                  <a:lnTo>
                    <a:pt x="382" y="167"/>
                  </a:lnTo>
                  <a:cubicBezTo>
                    <a:pt x="382" y="72"/>
                    <a:pt x="286" y="0"/>
                    <a:pt x="19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42"/>
          <p:cNvGrpSpPr/>
          <p:nvPr/>
        </p:nvGrpSpPr>
        <p:grpSpPr>
          <a:xfrm>
            <a:off x="1447471" y="2294104"/>
            <a:ext cx="429509" cy="338716"/>
            <a:chOff x="1993346" y="2131754"/>
            <a:chExt cx="429509" cy="338716"/>
          </a:xfrm>
        </p:grpSpPr>
        <p:sp>
          <p:nvSpPr>
            <p:cNvPr id="265" name="Google Shape;265;p42"/>
            <p:cNvSpPr/>
            <p:nvPr/>
          </p:nvSpPr>
          <p:spPr>
            <a:xfrm>
              <a:off x="2107877" y="2184932"/>
              <a:ext cx="67090" cy="12298"/>
            </a:xfrm>
            <a:custGeom>
              <a:rect b="b" l="l" r="r" t="t"/>
              <a:pathLst>
                <a:path extrusionOk="0" h="358" w="1953">
                  <a:moveTo>
                    <a:pt x="191" y="0"/>
                  </a:moveTo>
                  <a:cubicBezTo>
                    <a:pt x="95" y="0"/>
                    <a:pt x="0" y="71"/>
                    <a:pt x="0" y="167"/>
                  </a:cubicBezTo>
                  <a:cubicBezTo>
                    <a:pt x="0" y="286"/>
                    <a:pt x="95" y="357"/>
                    <a:pt x="191" y="357"/>
                  </a:cubicBezTo>
                  <a:lnTo>
                    <a:pt x="1786" y="357"/>
                  </a:lnTo>
                  <a:cubicBezTo>
                    <a:pt x="1881" y="357"/>
                    <a:pt x="1953" y="286"/>
                    <a:pt x="1953" y="167"/>
                  </a:cubicBezTo>
                  <a:cubicBezTo>
                    <a:pt x="1953" y="71"/>
                    <a:pt x="1881" y="0"/>
                    <a:pt x="17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66" name="Google Shape;266;p42"/>
            <p:cNvSpPr/>
            <p:nvPr/>
          </p:nvSpPr>
          <p:spPr>
            <a:xfrm>
              <a:off x="2052226" y="2391906"/>
              <a:ext cx="18035" cy="13123"/>
            </a:xfrm>
            <a:custGeom>
              <a:rect b="b" l="l" r="r" t="t"/>
              <a:pathLst>
                <a:path extrusionOk="0" h="382" w="525">
                  <a:moveTo>
                    <a:pt x="191" y="0"/>
                  </a:moveTo>
                  <a:cubicBezTo>
                    <a:pt x="96" y="0"/>
                    <a:pt x="1" y="95"/>
                    <a:pt x="1" y="191"/>
                  </a:cubicBezTo>
                  <a:cubicBezTo>
                    <a:pt x="1" y="286"/>
                    <a:pt x="96" y="381"/>
                    <a:pt x="191" y="381"/>
                  </a:cubicBezTo>
                  <a:lnTo>
                    <a:pt x="334" y="381"/>
                  </a:lnTo>
                  <a:cubicBezTo>
                    <a:pt x="453" y="381"/>
                    <a:pt x="525" y="286"/>
                    <a:pt x="525" y="191"/>
                  </a:cubicBezTo>
                  <a:cubicBezTo>
                    <a:pt x="525" y="95"/>
                    <a:pt x="453" y="0"/>
                    <a:pt x="3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67" name="Google Shape;267;p42"/>
            <p:cNvSpPr/>
            <p:nvPr/>
          </p:nvSpPr>
          <p:spPr>
            <a:xfrm>
              <a:off x="1993346" y="2131754"/>
              <a:ext cx="429509" cy="338716"/>
            </a:xfrm>
            <a:custGeom>
              <a:rect b="b" l="l" r="r" t="t"/>
              <a:pathLst>
                <a:path extrusionOk="0" h="9860" w="12503">
                  <a:moveTo>
                    <a:pt x="3620" y="381"/>
                  </a:moveTo>
                  <a:lnTo>
                    <a:pt x="3620" y="572"/>
                  </a:lnTo>
                  <a:lnTo>
                    <a:pt x="2953" y="572"/>
                  </a:lnTo>
                  <a:lnTo>
                    <a:pt x="2953" y="381"/>
                  </a:lnTo>
                  <a:close/>
                  <a:moveTo>
                    <a:pt x="4644" y="381"/>
                  </a:moveTo>
                  <a:lnTo>
                    <a:pt x="4644" y="572"/>
                  </a:lnTo>
                  <a:lnTo>
                    <a:pt x="3977" y="572"/>
                  </a:lnTo>
                  <a:lnTo>
                    <a:pt x="3977" y="381"/>
                  </a:lnTo>
                  <a:close/>
                  <a:moveTo>
                    <a:pt x="5692" y="381"/>
                  </a:moveTo>
                  <a:lnTo>
                    <a:pt x="5692" y="572"/>
                  </a:lnTo>
                  <a:lnTo>
                    <a:pt x="5025" y="572"/>
                  </a:lnTo>
                  <a:lnTo>
                    <a:pt x="5025" y="381"/>
                  </a:lnTo>
                  <a:close/>
                  <a:moveTo>
                    <a:pt x="7263" y="2310"/>
                  </a:moveTo>
                  <a:lnTo>
                    <a:pt x="7573" y="2524"/>
                  </a:lnTo>
                  <a:lnTo>
                    <a:pt x="7573" y="2739"/>
                  </a:lnTo>
                  <a:lnTo>
                    <a:pt x="7263" y="2524"/>
                  </a:lnTo>
                  <a:lnTo>
                    <a:pt x="7263" y="2310"/>
                  </a:lnTo>
                  <a:close/>
                  <a:moveTo>
                    <a:pt x="7930" y="2786"/>
                  </a:moveTo>
                  <a:lnTo>
                    <a:pt x="8240" y="3001"/>
                  </a:lnTo>
                  <a:lnTo>
                    <a:pt x="8240" y="3215"/>
                  </a:lnTo>
                  <a:lnTo>
                    <a:pt x="7930" y="3001"/>
                  </a:lnTo>
                  <a:lnTo>
                    <a:pt x="7930" y="2786"/>
                  </a:lnTo>
                  <a:close/>
                  <a:moveTo>
                    <a:pt x="929" y="1215"/>
                  </a:moveTo>
                  <a:lnTo>
                    <a:pt x="929" y="3310"/>
                  </a:lnTo>
                  <a:lnTo>
                    <a:pt x="810" y="3310"/>
                  </a:lnTo>
                  <a:lnTo>
                    <a:pt x="810" y="1215"/>
                  </a:lnTo>
                  <a:close/>
                  <a:moveTo>
                    <a:pt x="1477" y="1215"/>
                  </a:moveTo>
                  <a:lnTo>
                    <a:pt x="1477" y="3310"/>
                  </a:lnTo>
                  <a:lnTo>
                    <a:pt x="1286" y="3310"/>
                  </a:lnTo>
                  <a:lnTo>
                    <a:pt x="1286" y="1215"/>
                  </a:lnTo>
                  <a:close/>
                  <a:moveTo>
                    <a:pt x="1953" y="1215"/>
                  </a:moveTo>
                  <a:lnTo>
                    <a:pt x="1953" y="3310"/>
                  </a:lnTo>
                  <a:lnTo>
                    <a:pt x="1834" y="3310"/>
                  </a:lnTo>
                  <a:lnTo>
                    <a:pt x="1834" y="1215"/>
                  </a:lnTo>
                  <a:close/>
                  <a:moveTo>
                    <a:pt x="8597" y="3263"/>
                  </a:moveTo>
                  <a:lnTo>
                    <a:pt x="8883" y="3477"/>
                  </a:lnTo>
                  <a:lnTo>
                    <a:pt x="8883" y="3691"/>
                  </a:lnTo>
                  <a:lnTo>
                    <a:pt x="8597" y="3477"/>
                  </a:lnTo>
                  <a:lnTo>
                    <a:pt x="8597" y="3263"/>
                  </a:lnTo>
                  <a:close/>
                  <a:moveTo>
                    <a:pt x="9264" y="3739"/>
                  </a:moveTo>
                  <a:lnTo>
                    <a:pt x="9550" y="3953"/>
                  </a:lnTo>
                  <a:lnTo>
                    <a:pt x="9550" y="4168"/>
                  </a:lnTo>
                  <a:lnTo>
                    <a:pt x="9264" y="3953"/>
                  </a:lnTo>
                  <a:lnTo>
                    <a:pt x="9264" y="3739"/>
                  </a:lnTo>
                  <a:close/>
                  <a:moveTo>
                    <a:pt x="4620" y="3953"/>
                  </a:moveTo>
                  <a:lnTo>
                    <a:pt x="4620" y="4215"/>
                  </a:lnTo>
                  <a:lnTo>
                    <a:pt x="4025" y="4215"/>
                  </a:lnTo>
                  <a:lnTo>
                    <a:pt x="4025" y="3953"/>
                  </a:lnTo>
                  <a:close/>
                  <a:moveTo>
                    <a:pt x="9907" y="4215"/>
                  </a:moveTo>
                  <a:lnTo>
                    <a:pt x="10216" y="4430"/>
                  </a:lnTo>
                  <a:lnTo>
                    <a:pt x="10216" y="4644"/>
                  </a:lnTo>
                  <a:lnTo>
                    <a:pt x="9907" y="4430"/>
                  </a:lnTo>
                  <a:lnTo>
                    <a:pt x="9907" y="4215"/>
                  </a:lnTo>
                  <a:close/>
                  <a:moveTo>
                    <a:pt x="10574" y="4692"/>
                  </a:moveTo>
                  <a:lnTo>
                    <a:pt x="10859" y="4906"/>
                  </a:lnTo>
                  <a:lnTo>
                    <a:pt x="10859" y="5120"/>
                  </a:lnTo>
                  <a:lnTo>
                    <a:pt x="10574" y="4906"/>
                  </a:lnTo>
                  <a:lnTo>
                    <a:pt x="10574" y="4692"/>
                  </a:lnTo>
                  <a:close/>
                  <a:moveTo>
                    <a:pt x="11240" y="5168"/>
                  </a:moveTo>
                  <a:lnTo>
                    <a:pt x="11526" y="5382"/>
                  </a:lnTo>
                  <a:lnTo>
                    <a:pt x="11526" y="5596"/>
                  </a:lnTo>
                  <a:lnTo>
                    <a:pt x="11240" y="5382"/>
                  </a:lnTo>
                  <a:lnTo>
                    <a:pt x="11240" y="5168"/>
                  </a:lnTo>
                  <a:close/>
                  <a:moveTo>
                    <a:pt x="1667" y="5739"/>
                  </a:moveTo>
                  <a:cubicBezTo>
                    <a:pt x="1691" y="5739"/>
                    <a:pt x="1715" y="5763"/>
                    <a:pt x="1715" y="5811"/>
                  </a:cubicBezTo>
                  <a:lnTo>
                    <a:pt x="1715" y="7025"/>
                  </a:lnTo>
                  <a:cubicBezTo>
                    <a:pt x="1715" y="7049"/>
                    <a:pt x="1691" y="7073"/>
                    <a:pt x="1667" y="7073"/>
                  </a:cubicBezTo>
                  <a:lnTo>
                    <a:pt x="381" y="7073"/>
                  </a:lnTo>
                  <a:lnTo>
                    <a:pt x="381" y="6549"/>
                  </a:lnTo>
                  <a:cubicBezTo>
                    <a:pt x="381" y="6501"/>
                    <a:pt x="405" y="6454"/>
                    <a:pt x="429" y="6406"/>
                  </a:cubicBezTo>
                  <a:lnTo>
                    <a:pt x="953" y="5739"/>
                  </a:lnTo>
                  <a:close/>
                  <a:moveTo>
                    <a:pt x="6859" y="5144"/>
                  </a:moveTo>
                  <a:lnTo>
                    <a:pt x="7621" y="5692"/>
                  </a:lnTo>
                  <a:lnTo>
                    <a:pt x="7621" y="7073"/>
                  </a:lnTo>
                  <a:lnTo>
                    <a:pt x="6859" y="7073"/>
                  </a:lnTo>
                  <a:lnTo>
                    <a:pt x="6859" y="5144"/>
                  </a:lnTo>
                  <a:close/>
                  <a:moveTo>
                    <a:pt x="6692" y="2548"/>
                  </a:moveTo>
                  <a:lnTo>
                    <a:pt x="12145" y="6501"/>
                  </a:lnTo>
                  <a:lnTo>
                    <a:pt x="12145" y="7311"/>
                  </a:lnTo>
                  <a:lnTo>
                    <a:pt x="6692" y="3358"/>
                  </a:lnTo>
                  <a:lnTo>
                    <a:pt x="6692" y="2548"/>
                  </a:lnTo>
                  <a:close/>
                  <a:moveTo>
                    <a:pt x="5215" y="3953"/>
                  </a:moveTo>
                  <a:lnTo>
                    <a:pt x="6478" y="4882"/>
                  </a:lnTo>
                  <a:lnTo>
                    <a:pt x="6478" y="7073"/>
                  </a:lnTo>
                  <a:lnTo>
                    <a:pt x="6287" y="7073"/>
                  </a:lnTo>
                  <a:cubicBezTo>
                    <a:pt x="6097" y="7073"/>
                    <a:pt x="5930" y="7240"/>
                    <a:pt x="5930" y="7430"/>
                  </a:cubicBezTo>
                  <a:lnTo>
                    <a:pt x="5930" y="7716"/>
                  </a:lnTo>
                  <a:lnTo>
                    <a:pt x="4501" y="7716"/>
                  </a:lnTo>
                  <a:lnTo>
                    <a:pt x="4501" y="4572"/>
                  </a:lnTo>
                  <a:lnTo>
                    <a:pt x="4691" y="4572"/>
                  </a:lnTo>
                  <a:cubicBezTo>
                    <a:pt x="4858" y="4572"/>
                    <a:pt x="4977" y="4453"/>
                    <a:pt x="4977" y="4287"/>
                  </a:cubicBezTo>
                  <a:lnTo>
                    <a:pt x="4977" y="3953"/>
                  </a:lnTo>
                  <a:close/>
                  <a:moveTo>
                    <a:pt x="8168" y="7430"/>
                  </a:moveTo>
                  <a:lnTo>
                    <a:pt x="8168" y="7716"/>
                  </a:lnTo>
                  <a:lnTo>
                    <a:pt x="6287" y="7716"/>
                  </a:lnTo>
                  <a:lnTo>
                    <a:pt x="6287" y="7430"/>
                  </a:lnTo>
                  <a:close/>
                  <a:moveTo>
                    <a:pt x="6620" y="3763"/>
                  </a:moveTo>
                  <a:lnTo>
                    <a:pt x="12145" y="7764"/>
                  </a:lnTo>
                  <a:lnTo>
                    <a:pt x="12145" y="8526"/>
                  </a:lnTo>
                  <a:lnTo>
                    <a:pt x="9883" y="6906"/>
                  </a:lnTo>
                  <a:cubicBezTo>
                    <a:pt x="9853" y="6876"/>
                    <a:pt x="9815" y="6863"/>
                    <a:pt x="9777" y="6863"/>
                  </a:cubicBezTo>
                  <a:cubicBezTo>
                    <a:pt x="9724" y="6863"/>
                    <a:pt x="9673" y="6889"/>
                    <a:pt x="9645" y="6930"/>
                  </a:cubicBezTo>
                  <a:cubicBezTo>
                    <a:pt x="9573" y="7025"/>
                    <a:pt x="9597" y="7144"/>
                    <a:pt x="9669" y="7192"/>
                  </a:cubicBezTo>
                  <a:lnTo>
                    <a:pt x="10383" y="7716"/>
                  </a:lnTo>
                  <a:lnTo>
                    <a:pt x="8549" y="7716"/>
                  </a:lnTo>
                  <a:lnTo>
                    <a:pt x="8549" y="7430"/>
                  </a:lnTo>
                  <a:cubicBezTo>
                    <a:pt x="8549" y="7240"/>
                    <a:pt x="8383" y="7073"/>
                    <a:pt x="8168" y="7073"/>
                  </a:cubicBezTo>
                  <a:lnTo>
                    <a:pt x="7978" y="7073"/>
                  </a:lnTo>
                  <a:lnTo>
                    <a:pt x="7978" y="5954"/>
                  </a:lnTo>
                  <a:lnTo>
                    <a:pt x="8954" y="6668"/>
                  </a:lnTo>
                  <a:cubicBezTo>
                    <a:pt x="8978" y="6692"/>
                    <a:pt x="9026" y="6692"/>
                    <a:pt x="9050" y="6692"/>
                  </a:cubicBezTo>
                  <a:cubicBezTo>
                    <a:pt x="9097" y="6692"/>
                    <a:pt x="9169" y="6668"/>
                    <a:pt x="9192" y="6620"/>
                  </a:cubicBezTo>
                  <a:cubicBezTo>
                    <a:pt x="9264" y="6549"/>
                    <a:pt x="9240" y="6430"/>
                    <a:pt x="9169" y="6359"/>
                  </a:cubicBezTo>
                  <a:lnTo>
                    <a:pt x="5835" y="3953"/>
                  </a:lnTo>
                  <a:lnTo>
                    <a:pt x="6287" y="3953"/>
                  </a:lnTo>
                  <a:cubicBezTo>
                    <a:pt x="6430" y="3953"/>
                    <a:pt x="6549" y="3882"/>
                    <a:pt x="6620" y="3763"/>
                  </a:cubicBezTo>
                  <a:close/>
                  <a:moveTo>
                    <a:pt x="10764" y="8073"/>
                  </a:moveTo>
                  <a:lnTo>
                    <a:pt x="10764" y="8526"/>
                  </a:lnTo>
                  <a:cubicBezTo>
                    <a:pt x="10764" y="8645"/>
                    <a:pt x="10669" y="8740"/>
                    <a:pt x="10550" y="8740"/>
                  </a:cubicBezTo>
                  <a:lnTo>
                    <a:pt x="10502" y="8740"/>
                  </a:lnTo>
                  <a:cubicBezTo>
                    <a:pt x="10383" y="8430"/>
                    <a:pt x="10097" y="8240"/>
                    <a:pt x="9764" y="8240"/>
                  </a:cubicBezTo>
                  <a:cubicBezTo>
                    <a:pt x="9407" y="8240"/>
                    <a:pt x="9121" y="8430"/>
                    <a:pt x="9002" y="8740"/>
                  </a:cubicBezTo>
                  <a:lnTo>
                    <a:pt x="8764" y="8740"/>
                  </a:lnTo>
                  <a:cubicBezTo>
                    <a:pt x="8645" y="8430"/>
                    <a:pt x="8359" y="8240"/>
                    <a:pt x="8002" y="8240"/>
                  </a:cubicBezTo>
                  <a:cubicBezTo>
                    <a:pt x="7668" y="8240"/>
                    <a:pt x="7383" y="8430"/>
                    <a:pt x="7263" y="8740"/>
                  </a:cubicBezTo>
                  <a:lnTo>
                    <a:pt x="5692" y="8740"/>
                  </a:lnTo>
                  <a:cubicBezTo>
                    <a:pt x="5573" y="8430"/>
                    <a:pt x="5287" y="8240"/>
                    <a:pt x="4930" y="8240"/>
                  </a:cubicBezTo>
                  <a:cubicBezTo>
                    <a:pt x="4596" y="8240"/>
                    <a:pt x="4287" y="8430"/>
                    <a:pt x="4168" y="8740"/>
                  </a:cubicBezTo>
                  <a:lnTo>
                    <a:pt x="3525" y="8740"/>
                  </a:lnTo>
                  <a:lnTo>
                    <a:pt x="3525" y="8073"/>
                  </a:lnTo>
                  <a:close/>
                  <a:moveTo>
                    <a:pt x="1905" y="8597"/>
                  </a:moveTo>
                  <a:cubicBezTo>
                    <a:pt x="2143" y="8597"/>
                    <a:pt x="2358" y="8788"/>
                    <a:pt x="2358" y="9050"/>
                  </a:cubicBezTo>
                  <a:cubicBezTo>
                    <a:pt x="2358" y="9288"/>
                    <a:pt x="2143" y="9478"/>
                    <a:pt x="1905" y="9478"/>
                  </a:cubicBezTo>
                  <a:cubicBezTo>
                    <a:pt x="1667" y="9478"/>
                    <a:pt x="1453" y="9288"/>
                    <a:pt x="1453" y="9050"/>
                  </a:cubicBezTo>
                  <a:cubicBezTo>
                    <a:pt x="1453" y="8788"/>
                    <a:pt x="1667" y="8597"/>
                    <a:pt x="1905" y="8597"/>
                  </a:cubicBezTo>
                  <a:close/>
                  <a:moveTo>
                    <a:pt x="4930" y="8597"/>
                  </a:moveTo>
                  <a:cubicBezTo>
                    <a:pt x="5168" y="8597"/>
                    <a:pt x="5382" y="8788"/>
                    <a:pt x="5382" y="9050"/>
                  </a:cubicBezTo>
                  <a:cubicBezTo>
                    <a:pt x="5382" y="9288"/>
                    <a:pt x="5168" y="9478"/>
                    <a:pt x="4930" y="9478"/>
                  </a:cubicBezTo>
                  <a:cubicBezTo>
                    <a:pt x="4691" y="9478"/>
                    <a:pt x="4477" y="9288"/>
                    <a:pt x="4477" y="9050"/>
                  </a:cubicBezTo>
                  <a:cubicBezTo>
                    <a:pt x="4477" y="8788"/>
                    <a:pt x="4691" y="8597"/>
                    <a:pt x="4930" y="8597"/>
                  </a:cubicBezTo>
                  <a:close/>
                  <a:moveTo>
                    <a:pt x="8002" y="8597"/>
                  </a:moveTo>
                  <a:cubicBezTo>
                    <a:pt x="8264" y="8597"/>
                    <a:pt x="8454" y="8788"/>
                    <a:pt x="8454" y="9050"/>
                  </a:cubicBezTo>
                  <a:cubicBezTo>
                    <a:pt x="8454" y="9288"/>
                    <a:pt x="8264" y="9478"/>
                    <a:pt x="8002" y="9478"/>
                  </a:cubicBezTo>
                  <a:cubicBezTo>
                    <a:pt x="7764" y="9478"/>
                    <a:pt x="7573" y="9288"/>
                    <a:pt x="7573" y="9050"/>
                  </a:cubicBezTo>
                  <a:cubicBezTo>
                    <a:pt x="7573" y="8788"/>
                    <a:pt x="7764" y="8597"/>
                    <a:pt x="8002" y="8597"/>
                  </a:cubicBezTo>
                  <a:close/>
                  <a:moveTo>
                    <a:pt x="9764" y="8597"/>
                  </a:moveTo>
                  <a:cubicBezTo>
                    <a:pt x="10002" y="8597"/>
                    <a:pt x="10193" y="8788"/>
                    <a:pt x="10193" y="9050"/>
                  </a:cubicBezTo>
                  <a:cubicBezTo>
                    <a:pt x="10193" y="9288"/>
                    <a:pt x="10002" y="9478"/>
                    <a:pt x="9764" y="9478"/>
                  </a:cubicBezTo>
                  <a:cubicBezTo>
                    <a:pt x="9502" y="9478"/>
                    <a:pt x="9311" y="9288"/>
                    <a:pt x="9311" y="9050"/>
                  </a:cubicBezTo>
                  <a:cubicBezTo>
                    <a:pt x="9311" y="8788"/>
                    <a:pt x="9502" y="8597"/>
                    <a:pt x="9764" y="8597"/>
                  </a:cubicBezTo>
                  <a:close/>
                  <a:moveTo>
                    <a:pt x="2381" y="0"/>
                  </a:moveTo>
                  <a:cubicBezTo>
                    <a:pt x="2286" y="0"/>
                    <a:pt x="2215" y="95"/>
                    <a:pt x="2215" y="191"/>
                  </a:cubicBezTo>
                  <a:cubicBezTo>
                    <a:pt x="2215" y="286"/>
                    <a:pt x="2286" y="381"/>
                    <a:pt x="2381" y="381"/>
                  </a:cubicBezTo>
                  <a:lnTo>
                    <a:pt x="2596" y="381"/>
                  </a:lnTo>
                  <a:lnTo>
                    <a:pt x="2596" y="572"/>
                  </a:lnTo>
                  <a:lnTo>
                    <a:pt x="2358" y="572"/>
                  </a:lnTo>
                  <a:cubicBezTo>
                    <a:pt x="2191" y="572"/>
                    <a:pt x="2024" y="691"/>
                    <a:pt x="1977" y="857"/>
                  </a:cubicBezTo>
                  <a:lnTo>
                    <a:pt x="1834" y="857"/>
                  </a:lnTo>
                  <a:lnTo>
                    <a:pt x="1834" y="786"/>
                  </a:lnTo>
                  <a:cubicBezTo>
                    <a:pt x="1834" y="691"/>
                    <a:pt x="1738" y="619"/>
                    <a:pt x="1643" y="619"/>
                  </a:cubicBezTo>
                  <a:cubicBezTo>
                    <a:pt x="1548" y="619"/>
                    <a:pt x="1477" y="691"/>
                    <a:pt x="1477" y="786"/>
                  </a:cubicBezTo>
                  <a:lnTo>
                    <a:pt x="1477" y="857"/>
                  </a:lnTo>
                  <a:lnTo>
                    <a:pt x="1286" y="857"/>
                  </a:lnTo>
                  <a:lnTo>
                    <a:pt x="1286" y="786"/>
                  </a:lnTo>
                  <a:cubicBezTo>
                    <a:pt x="1286" y="691"/>
                    <a:pt x="1215" y="619"/>
                    <a:pt x="1095" y="619"/>
                  </a:cubicBezTo>
                  <a:cubicBezTo>
                    <a:pt x="1000" y="619"/>
                    <a:pt x="929" y="691"/>
                    <a:pt x="929" y="786"/>
                  </a:cubicBezTo>
                  <a:lnTo>
                    <a:pt x="929" y="857"/>
                  </a:lnTo>
                  <a:lnTo>
                    <a:pt x="619" y="857"/>
                  </a:lnTo>
                  <a:cubicBezTo>
                    <a:pt x="524" y="857"/>
                    <a:pt x="429" y="929"/>
                    <a:pt x="429" y="1024"/>
                  </a:cubicBezTo>
                  <a:lnTo>
                    <a:pt x="429" y="3501"/>
                  </a:lnTo>
                  <a:cubicBezTo>
                    <a:pt x="429" y="3596"/>
                    <a:pt x="524" y="3691"/>
                    <a:pt x="619" y="3691"/>
                  </a:cubicBezTo>
                  <a:lnTo>
                    <a:pt x="929" y="3691"/>
                  </a:lnTo>
                  <a:lnTo>
                    <a:pt x="929" y="3739"/>
                  </a:lnTo>
                  <a:cubicBezTo>
                    <a:pt x="929" y="3834"/>
                    <a:pt x="1000" y="3929"/>
                    <a:pt x="1095" y="3929"/>
                  </a:cubicBezTo>
                  <a:cubicBezTo>
                    <a:pt x="1215" y="3929"/>
                    <a:pt x="1286" y="3834"/>
                    <a:pt x="1286" y="3739"/>
                  </a:cubicBezTo>
                  <a:lnTo>
                    <a:pt x="1286" y="3691"/>
                  </a:lnTo>
                  <a:lnTo>
                    <a:pt x="1477" y="3691"/>
                  </a:lnTo>
                  <a:lnTo>
                    <a:pt x="1477" y="3739"/>
                  </a:lnTo>
                  <a:cubicBezTo>
                    <a:pt x="1477" y="3834"/>
                    <a:pt x="1548" y="3929"/>
                    <a:pt x="1643" y="3929"/>
                  </a:cubicBezTo>
                  <a:cubicBezTo>
                    <a:pt x="1738" y="3929"/>
                    <a:pt x="1834" y="3834"/>
                    <a:pt x="1834" y="3739"/>
                  </a:cubicBezTo>
                  <a:lnTo>
                    <a:pt x="1834" y="3691"/>
                  </a:lnTo>
                  <a:lnTo>
                    <a:pt x="1977" y="3691"/>
                  </a:lnTo>
                  <a:cubicBezTo>
                    <a:pt x="2024" y="3834"/>
                    <a:pt x="2191" y="3953"/>
                    <a:pt x="2358" y="3953"/>
                  </a:cubicBezTo>
                  <a:lnTo>
                    <a:pt x="2620" y="3953"/>
                  </a:lnTo>
                  <a:cubicBezTo>
                    <a:pt x="2715" y="3953"/>
                    <a:pt x="2810" y="3882"/>
                    <a:pt x="2810" y="3787"/>
                  </a:cubicBezTo>
                  <a:cubicBezTo>
                    <a:pt x="2810" y="3668"/>
                    <a:pt x="2715" y="3596"/>
                    <a:pt x="2620" y="3596"/>
                  </a:cubicBezTo>
                  <a:lnTo>
                    <a:pt x="2358" y="3596"/>
                  </a:lnTo>
                  <a:cubicBezTo>
                    <a:pt x="2334" y="3596"/>
                    <a:pt x="2310" y="3572"/>
                    <a:pt x="2310" y="3548"/>
                  </a:cubicBezTo>
                  <a:lnTo>
                    <a:pt x="2310" y="976"/>
                  </a:lnTo>
                  <a:cubicBezTo>
                    <a:pt x="2310" y="953"/>
                    <a:pt x="2334" y="929"/>
                    <a:pt x="2358" y="929"/>
                  </a:cubicBezTo>
                  <a:lnTo>
                    <a:pt x="6287" y="929"/>
                  </a:lnTo>
                  <a:cubicBezTo>
                    <a:pt x="6311" y="929"/>
                    <a:pt x="6311" y="953"/>
                    <a:pt x="6311" y="976"/>
                  </a:cubicBezTo>
                  <a:lnTo>
                    <a:pt x="6311" y="3548"/>
                  </a:lnTo>
                  <a:cubicBezTo>
                    <a:pt x="6311" y="3572"/>
                    <a:pt x="6311" y="3596"/>
                    <a:pt x="6287" y="3596"/>
                  </a:cubicBezTo>
                  <a:lnTo>
                    <a:pt x="3358" y="3596"/>
                  </a:lnTo>
                  <a:cubicBezTo>
                    <a:pt x="3263" y="3596"/>
                    <a:pt x="3167" y="3668"/>
                    <a:pt x="3167" y="3787"/>
                  </a:cubicBezTo>
                  <a:cubicBezTo>
                    <a:pt x="3167" y="3882"/>
                    <a:pt x="3263" y="3953"/>
                    <a:pt x="3358" y="3953"/>
                  </a:cubicBezTo>
                  <a:lnTo>
                    <a:pt x="3667" y="3953"/>
                  </a:lnTo>
                  <a:lnTo>
                    <a:pt x="3667" y="4287"/>
                  </a:lnTo>
                  <a:cubicBezTo>
                    <a:pt x="3667" y="4453"/>
                    <a:pt x="3787" y="4572"/>
                    <a:pt x="3953" y="4572"/>
                  </a:cubicBezTo>
                  <a:lnTo>
                    <a:pt x="4144" y="4572"/>
                  </a:lnTo>
                  <a:lnTo>
                    <a:pt x="4144" y="7716"/>
                  </a:lnTo>
                  <a:lnTo>
                    <a:pt x="3525" y="7716"/>
                  </a:lnTo>
                  <a:lnTo>
                    <a:pt x="3525" y="5287"/>
                  </a:lnTo>
                  <a:cubicBezTo>
                    <a:pt x="3525" y="5025"/>
                    <a:pt x="3310" y="4834"/>
                    <a:pt x="3072" y="4834"/>
                  </a:cubicBezTo>
                  <a:lnTo>
                    <a:pt x="1500" y="4834"/>
                  </a:lnTo>
                  <a:cubicBezTo>
                    <a:pt x="1310" y="4834"/>
                    <a:pt x="1167" y="4906"/>
                    <a:pt x="1048" y="5049"/>
                  </a:cubicBezTo>
                  <a:lnTo>
                    <a:pt x="143" y="6192"/>
                  </a:lnTo>
                  <a:cubicBezTo>
                    <a:pt x="48" y="6287"/>
                    <a:pt x="0" y="6406"/>
                    <a:pt x="0" y="6549"/>
                  </a:cubicBezTo>
                  <a:lnTo>
                    <a:pt x="0" y="8216"/>
                  </a:lnTo>
                  <a:cubicBezTo>
                    <a:pt x="0" y="8335"/>
                    <a:pt x="95" y="8407"/>
                    <a:pt x="191" y="8407"/>
                  </a:cubicBezTo>
                  <a:cubicBezTo>
                    <a:pt x="286" y="8407"/>
                    <a:pt x="381" y="8335"/>
                    <a:pt x="381" y="8216"/>
                  </a:cubicBezTo>
                  <a:lnTo>
                    <a:pt x="381" y="7430"/>
                  </a:lnTo>
                  <a:lnTo>
                    <a:pt x="1667" y="7430"/>
                  </a:lnTo>
                  <a:cubicBezTo>
                    <a:pt x="1905" y="7430"/>
                    <a:pt x="2096" y="7240"/>
                    <a:pt x="2096" y="7025"/>
                  </a:cubicBezTo>
                  <a:lnTo>
                    <a:pt x="2096" y="5811"/>
                  </a:lnTo>
                  <a:cubicBezTo>
                    <a:pt x="2096" y="5573"/>
                    <a:pt x="1905" y="5382"/>
                    <a:pt x="1667" y="5382"/>
                  </a:cubicBezTo>
                  <a:lnTo>
                    <a:pt x="1262" y="5382"/>
                  </a:lnTo>
                  <a:lnTo>
                    <a:pt x="1334" y="5287"/>
                  </a:lnTo>
                  <a:cubicBezTo>
                    <a:pt x="1381" y="5239"/>
                    <a:pt x="1429" y="5215"/>
                    <a:pt x="1500" y="5215"/>
                  </a:cubicBezTo>
                  <a:lnTo>
                    <a:pt x="3072" y="5215"/>
                  </a:lnTo>
                  <a:cubicBezTo>
                    <a:pt x="3120" y="5215"/>
                    <a:pt x="3144" y="5239"/>
                    <a:pt x="3144" y="5287"/>
                  </a:cubicBezTo>
                  <a:lnTo>
                    <a:pt x="3144" y="8740"/>
                  </a:lnTo>
                  <a:lnTo>
                    <a:pt x="2667" y="8740"/>
                  </a:lnTo>
                  <a:cubicBezTo>
                    <a:pt x="2548" y="8430"/>
                    <a:pt x="2239" y="8240"/>
                    <a:pt x="1905" y="8240"/>
                  </a:cubicBezTo>
                  <a:cubicBezTo>
                    <a:pt x="1572" y="8240"/>
                    <a:pt x="1262" y="8430"/>
                    <a:pt x="1143" y="8740"/>
                  </a:cubicBezTo>
                  <a:lnTo>
                    <a:pt x="524" y="8740"/>
                  </a:lnTo>
                  <a:cubicBezTo>
                    <a:pt x="508" y="8736"/>
                    <a:pt x="491" y="8734"/>
                    <a:pt x="475" y="8734"/>
                  </a:cubicBezTo>
                  <a:cubicBezTo>
                    <a:pt x="398" y="8734"/>
                    <a:pt x="329" y="8780"/>
                    <a:pt x="310" y="8859"/>
                  </a:cubicBezTo>
                  <a:cubicBezTo>
                    <a:pt x="286" y="8954"/>
                    <a:pt x="333" y="9073"/>
                    <a:pt x="429" y="9097"/>
                  </a:cubicBezTo>
                  <a:lnTo>
                    <a:pt x="1095" y="9097"/>
                  </a:lnTo>
                  <a:cubicBezTo>
                    <a:pt x="1119" y="9526"/>
                    <a:pt x="1477" y="9859"/>
                    <a:pt x="1905" y="9859"/>
                  </a:cubicBezTo>
                  <a:cubicBezTo>
                    <a:pt x="2334" y="9859"/>
                    <a:pt x="2691" y="9526"/>
                    <a:pt x="2715" y="9097"/>
                  </a:cubicBezTo>
                  <a:lnTo>
                    <a:pt x="4120" y="9097"/>
                  </a:lnTo>
                  <a:cubicBezTo>
                    <a:pt x="4168" y="9526"/>
                    <a:pt x="4501" y="9859"/>
                    <a:pt x="4930" y="9859"/>
                  </a:cubicBezTo>
                  <a:cubicBezTo>
                    <a:pt x="5358" y="9859"/>
                    <a:pt x="5715" y="9526"/>
                    <a:pt x="5739" y="9097"/>
                  </a:cubicBezTo>
                  <a:lnTo>
                    <a:pt x="7192" y="9097"/>
                  </a:lnTo>
                  <a:cubicBezTo>
                    <a:pt x="7240" y="9526"/>
                    <a:pt x="7597" y="9859"/>
                    <a:pt x="8002" y="9859"/>
                  </a:cubicBezTo>
                  <a:cubicBezTo>
                    <a:pt x="8430" y="9859"/>
                    <a:pt x="8788" y="9526"/>
                    <a:pt x="8811" y="9097"/>
                  </a:cubicBezTo>
                  <a:lnTo>
                    <a:pt x="8954" y="9097"/>
                  </a:lnTo>
                  <a:cubicBezTo>
                    <a:pt x="8978" y="9526"/>
                    <a:pt x="9335" y="9859"/>
                    <a:pt x="9764" y="9859"/>
                  </a:cubicBezTo>
                  <a:cubicBezTo>
                    <a:pt x="10193" y="9859"/>
                    <a:pt x="10526" y="9526"/>
                    <a:pt x="10574" y="9097"/>
                  </a:cubicBezTo>
                  <a:cubicBezTo>
                    <a:pt x="10883" y="9097"/>
                    <a:pt x="11121" y="8835"/>
                    <a:pt x="11121" y="8526"/>
                  </a:cubicBezTo>
                  <a:lnTo>
                    <a:pt x="11121" y="8240"/>
                  </a:lnTo>
                  <a:lnTo>
                    <a:pt x="12217" y="9050"/>
                  </a:lnTo>
                  <a:cubicBezTo>
                    <a:pt x="12264" y="9073"/>
                    <a:pt x="12288" y="9073"/>
                    <a:pt x="12336" y="9073"/>
                  </a:cubicBezTo>
                  <a:cubicBezTo>
                    <a:pt x="12360" y="9073"/>
                    <a:pt x="12384" y="9073"/>
                    <a:pt x="12407" y="9050"/>
                  </a:cubicBezTo>
                  <a:cubicBezTo>
                    <a:pt x="12479" y="9026"/>
                    <a:pt x="12503" y="8954"/>
                    <a:pt x="12503" y="8883"/>
                  </a:cubicBezTo>
                  <a:lnTo>
                    <a:pt x="12503" y="6406"/>
                  </a:lnTo>
                  <a:cubicBezTo>
                    <a:pt x="12503" y="6359"/>
                    <a:pt x="12479" y="6287"/>
                    <a:pt x="12431" y="6263"/>
                  </a:cubicBezTo>
                  <a:lnTo>
                    <a:pt x="11883" y="5858"/>
                  </a:lnTo>
                  <a:lnTo>
                    <a:pt x="11883" y="5644"/>
                  </a:lnTo>
                  <a:lnTo>
                    <a:pt x="11979" y="5716"/>
                  </a:lnTo>
                  <a:cubicBezTo>
                    <a:pt x="12003" y="5739"/>
                    <a:pt x="12050" y="5739"/>
                    <a:pt x="12098" y="5739"/>
                  </a:cubicBezTo>
                  <a:cubicBezTo>
                    <a:pt x="12145" y="5739"/>
                    <a:pt x="12193" y="5716"/>
                    <a:pt x="12241" y="5668"/>
                  </a:cubicBezTo>
                  <a:cubicBezTo>
                    <a:pt x="12288" y="5596"/>
                    <a:pt x="12288" y="5477"/>
                    <a:pt x="12193" y="5430"/>
                  </a:cubicBezTo>
                  <a:lnTo>
                    <a:pt x="7073" y="1715"/>
                  </a:lnTo>
                  <a:cubicBezTo>
                    <a:pt x="7043" y="1685"/>
                    <a:pt x="7005" y="1672"/>
                    <a:pt x="6965" y="1672"/>
                  </a:cubicBezTo>
                  <a:cubicBezTo>
                    <a:pt x="6910" y="1672"/>
                    <a:pt x="6852" y="1697"/>
                    <a:pt x="6811" y="1739"/>
                  </a:cubicBezTo>
                  <a:cubicBezTo>
                    <a:pt x="6763" y="1834"/>
                    <a:pt x="6787" y="1953"/>
                    <a:pt x="6859" y="2001"/>
                  </a:cubicBezTo>
                  <a:lnTo>
                    <a:pt x="6906" y="2048"/>
                  </a:lnTo>
                  <a:lnTo>
                    <a:pt x="6906" y="2262"/>
                  </a:lnTo>
                  <a:lnTo>
                    <a:pt x="6692" y="2096"/>
                  </a:lnTo>
                  <a:lnTo>
                    <a:pt x="6692" y="976"/>
                  </a:lnTo>
                  <a:cubicBezTo>
                    <a:pt x="6692" y="762"/>
                    <a:pt x="6501" y="572"/>
                    <a:pt x="6287" y="572"/>
                  </a:cubicBezTo>
                  <a:lnTo>
                    <a:pt x="6049" y="572"/>
                  </a:lnTo>
                  <a:lnTo>
                    <a:pt x="6049" y="381"/>
                  </a:lnTo>
                  <a:lnTo>
                    <a:pt x="6263" y="381"/>
                  </a:lnTo>
                  <a:cubicBezTo>
                    <a:pt x="6358" y="381"/>
                    <a:pt x="6430" y="286"/>
                    <a:pt x="6430" y="191"/>
                  </a:cubicBezTo>
                  <a:cubicBezTo>
                    <a:pt x="6430" y="95"/>
                    <a:pt x="6358" y="0"/>
                    <a:pt x="62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grpSp>
        <p:nvGrpSpPr>
          <p:cNvPr id="268" name="Google Shape;268;p42"/>
          <p:cNvGrpSpPr/>
          <p:nvPr/>
        </p:nvGrpSpPr>
        <p:grpSpPr>
          <a:xfrm>
            <a:off x="7319419" y="2249102"/>
            <a:ext cx="325627" cy="428719"/>
            <a:chOff x="5440756" y="2086752"/>
            <a:chExt cx="325627" cy="428719"/>
          </a:xfrm>
        </p:grpSpPr>
        <p:sp>
          <p:nvSpPr>
            <p:cNvPr id="269" name="Google Shape;269;p42"/>
            <p:cNvSpPr/>
            <p:nvPr/>
          </p:nvSpPr>
          <p:spPr>
            <a:xfrm>
              <a:off x="5585552" y="2135842"/>
              <a:ext cx="36036" cy="12298"/>
            </a:xfrm>
            <a:custGeom>
              <a:rect b="b" l="l" r="r" t="t"/>
              <a:pathLst>
                <a:path extrusionOk="0" h="358" w="1049">
                  <a:moveTo>
                    <a:pt x="191" y="0"/>
                  </a:moveTo>
                  <a:cubicBezTo>
                    <a:pt x="96" y="0"/>
                    <a:pt x="0" y="72"/>
                    <a:pt x="0" y="167"/>
                  </a:cubicBezTo>
                  <a:cubicBezTo>
                    <a:pt x="0" y="286"/>
                    <a:pt x="96" y="357"/>
                    <a:pt x="191" y="357"/>
                  </a:cubicBezTo>
                  <a:lnTo>
                    <a:pt x="858" y="357"/>
                  </a:lnTo>
                  <a:cubicBezTo>
                    <a:pt x="953" y="357"/>
                    <a:pt x="1048" y="286"/>
                    <a:pt x="1048" y="167"/>
                  </a:cubicBezTo>
                  <a:cubicBezTo>
                    <a:pt x="1048" y="72"/>
                    <a:pt x="953" y="0"/>
                    <a:pt x="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2"/>
            <p:cNvSpPr/>
            <p:nvPr/>
          </p:nvSpPr>
          <p:spPr>
            <a:xfrm>
              <a:off x="5465284" y="2111280"/>
              <a:ext cx="276538" cy="379629"/>
            </a:xfrm>
            <a:custGeom>
              <a:rect b="b" l="l" r="r" t="t"/>
              <a:pathLst>
                <a:path extrusionOk="0" h="11051" w="8050">
                  <a:moveTo>
                    <a:pt x="4787" y="382"/>
                  </a:moveTo>
                  <a:cubicBezTo>
                    <a:pt x="5264" y="382"/>
                    <a:pt x="5740" y="501"/>
                    <a:pt x="6145" y="715"/>
                  </a:cubicBezTo>
                  <a:cubicBezTo>
                    <a:pt x="5931" y="1072"/>
                    <a:pt x="5121" y="1406"/>
                    <a:pt x="4025" y="1406"/>
                  </a:cubicBezTo>
                  <a:cubicBezTo>
                    <a:pt x="2930" y="1406"/>
                    <a:pt x="2120" y="1072"/>
                    <a:pt x="1906" y="715"/>
                  </a:cubicBezTo>
                  <a:cubicBezTo>
                    <a:pt x="2311" y="501"/>
                    <a:pt x="2787" y="382"/>
                    <a:pt x="3263" y="382"/>
                  </a:cubicBezTo>
                  <a:close/>
                  <a:moveTo>
                    <a:pt x="7002" y="1430"/>
                  </a:moveTo>
                  <a:cubicBezTo>
                    <a:pt x="7407" y="1882"/>
                    <a:pt x="7645" y="2477"/>
                    <a:pt x="7669" y="3144"/>
                  </a:cubicBezTo>
                  <a:lnTo>
                    <a:pt x="6716" y="3144"/>
                  </a:lnTo>
                  <a:cubicBezTo>
                    <a:pt x="6431" y="3144"/>
                    <a:pt x="6192" y="2906"/>
                    <a:pt x="6192" y="2620"/>
                  </a:cubicBezTo>
                  <a:cubicBezTo>
                    <a:pt x="6192" y="2358"/>
                    <a:pt x="6383" y="2144"/>
                    <a:pt x="6645" y="2096"/>
                  </a:cubicBezTo>
                  <a:cubicBezTo>
                    <a:pt x="6740" y="2073"/>
                    <a:pt x="6788" y="2001"/>
                    <a:pt x="6788" y="1906"/>
                  </a:cubicBezTo>
                  <a:cubicBezTo>
                    <a:pt x="6788" y="1882"/>
                    <a:pt x="6788" y="1858"/>
                    <a:pt x="6788" y="1858"/>
                  </a:cubicBezTo>
                  <a:cubicBezTo>
                    <a:pt x="6788" y="1668"/>
                    <a:pt x="6859" y="1525"/>
                    <a:pt x="7002" y="1430"/>
                  </a:cubicBezTo>
                  <a:close/>
                  <a:moveTo>
                    <a:pt x="5954" y="4287"/>
                  </a:moveTo>
                  <a:cubicBezTo>
                    <a:pt x="5954" y="4311"/>
                    <a:pt x="5978" y="4311"/>
                    <a:pt x="5978" y="4335"/>
                  </a:cubicBezTo>
                  <a:lnTo>
                    <a:pt x="5859" y="5073"/>
                  </a:lnTo>
                  <a:lnTo>
                    <a:pt x="3954" y="5073"/>
                  </a:lnTo>
                  <a:lnTo>
                    <a:pt x="4645" y="4287"/>
                  </a:lnTo>
                  <a:close/>
                  <a:moveTo>
                    <a:pt x="5788" y="5430"/>
                  </a:moveTo>
                  <a:lnTo>
                    <a:pt x="5716" y="5907"/>
                  </a:lnTo>
                  <a:lnTo>
                    <a:pt x="3216" y="5907"/>
                  </a:lnTo>
                  <a:cubicBezTo>
                    <a:pt x="3263" y="5859"/>
                    <a:pt x="3597" y="5502"/>
                    <a:pt x="3644" y="5430"/>
                  </a:cubicBezTo>
                  <a:close/>
                  <a:moveTo>
                    <a:pt x="6454" y="906"/>
                  </a:moveTo>
                  <a:cubicBezTo>
                    <a:pt x="6550" y="977"/>
                    <a:pt x="6669" y="1072"/>
                    <a:pt x="6764" y="1168"/>
                  </a:cubicBezTo>
                  <a:cubicBezTo>
                    <a:pt x="6573" y="1311"/>
                    <a:pt x="6454" y="1525"/>
                    <a:pt x="6431" y="1763"/>
                  </a:cubicBezTo>
                  <a:cubicBezTo>
                    <a:pt x="6073" y="1882"/>
                    <a:pt x="5811" y="2239"/>
                    <a:pt x="5811" y="2620"/>
                  </a:cubicBezTo>
                  <a:cubicBezTo>
                    <a:pt x="5811" y="3097"/>
                    <a:pt x="6216" y="3501"/>
                    <a:pt x="6716" y="3501"/>
                  </a:cubicBezTo>
                  <a:lnTo>
                    <a:pt x="7669" y="3501"/>
                  </a:lnTo>
                  <a:lnTo>
                    <a:pt x="7669" y="7788"/>
                  </a:lnTo>
                  <a:cubicBezTo>
                    <a:pt x="7669" y="9193"/>
                    <a:pt x="6645" y="10384"/>
                    <a:pt x="5311" y="10622"/>
                  </a:cubicBezTo>
                  <a:lnTo>
                    <a:pt x="5430" y="9788"/>
                  </a:lnTo>
                  <a:cubicBezTo>
                    <a:pt x="5454" y="9693"/>
                    <a:pt x="5383" y="9598"/>
                    <a:pt x="5288" y="9574"/>
                  </a:cubicBezTo>
                  <a:cubicBezTo>
                    <a:pt x="5192" y="9574"/>
                    <a:pt x="5097" y="9646"/>
                    <a:pt x="5073" y="9741"/>
                  </a:cubicBezTo>
                  <a:lnTo>
                    <a:pt x="4930" y="10670"/>
                  </a:lnTo>
                  <a:lnTo>
                    <a:pt x="3263" y="10670"/>
                  </a:lnTo>
                  <a:cubicBezTo>
                    <a:pt x="2073" y="10670"/>
                    <a:pt x="1025" y="9931"/>
                    <a:pt x="596" y="8860"/>
                  </a:cubicBezTo>
                  <a:lnTo>
                    <a:pt x="2906" y="6264"/>
                  </a:lnTo>
                  <a:lnTo>
                    <a:pt x="5645" y="6264"/>
                  </a:lnTo>
                  <a:lnTo>
                    <a:pt x="5192" y="9003"/>
                  </a:lnTo>
                  <a:cubicBezTo>
                    <a:pt x="5192" y="9098"/>
                    <a:pt x="5240" y="9193"/>
                    <a:pt x="5359" y="9217"/>
                  </a:cubicBezTo>
                  <a:lnTo>
                    <a:pt x="5383" y="9217"/>
                  </a:lnTo>
                  <a:cubicBezTo>
                    <a:pt x="5478" y="9217"/>
                    <a:pt x="5549" y="9145"/>
                    <a:pt x="5549" y="9074"/>
                  </a:cubicBezTo>
                  <a:lnTo>
                    <a:pt x="5811" y="7526"/>
                  </a:lnTo>
                  <a:lnTo>
                    <a:pt x="6240" y="7526"/>
                  </a:lnTo>
                  <a:cubicBezTo>
                    <a:pt x="6335" y="7526"/>
                    <a:pt x="6431" y="7431"/>
                    <a:pt x="6431" y="7336"/>
                  </a:cubicBezTo>
                  <a:cubicBezTo>
                    <a:pt x="6431" y="7240"/>
                    <a:pt x="6335" y="7145"/>
                    <a:pt x="6240" y="7145"/>
                  </a:cubicBezTo>
                  <a:lnTo>
                    <a:pt x="5883" y="7145"/>
                  </a:lnTo>
                  <a:lnTo>
                    <a:pt x="5978" y="6550"/>
                  </a:lnTo>
                  <a:lnTo>
                    <a:pt x="6335" y="6550"/>
                  </a:lnTo>
                  <a:cubicBezTo>
                    <a:pt x="6431" y="6550"/>
                    <a:pt x="6526" y="6478"/>
                    <a:pt x="6526" y="6383"/>
                  </a:cubicBezTo>
                  <a:cubicBezTo>
                    <a:pt x="6526" y="6264"/>
                    <a:pt x="6431" y="6192"/>
                    <a:pt x="6335" y="6192"/>
                  </a:cubicBezTo>
                  <a:lnTo>
                    <a:pt x="6026" y="6192"/>
                  </a:lnTo>
                  <a:lnTo>
                    <a:pt x="6050" y="6097"/>
                  </a:lnTo>
                  <a:lnTo>
                    <a:pt x="6192" y="5288"/>
                  </a:lnTo>
                  <a:lnTo>
                    <a:pt x="6335" y="4383"/>
                  </a:lnTo>
                  <a:cubicBezTo>
                    <a:pt x="6359" y="4264"/>
                    <a:pt x="6312" y="4144"/>
                    <a:pt x="6240" y="4049"/>
                  </a:cubicBezTo>
                  <a:cubicBezTo>
                    <a:pt x="6169" y="3954"/>
                    <a:pt x="6050" y="3906"/>
                    <a:pt x="5931" y="3906"/>
                  </a:cubicBezTo>
                  <a:lnTo>
                    <a:pt x="4692" y="3906"/>
                  </a:lnTo>
                  <a:cubicBezTo>
                    <a:pt x="4573" y="3906"/>
                    <a:pt x="4454" y="3954"/>
                    <a:pt x="4383" y="4049"/>
                  </a:cubicBezTo>
                  <a:cubicBezTo>
                    <a:pt x="4025" y="4454"/>
                    <a:pt x="2882" y="5740"/>
                    <a:pt x="2477" y="6192"/>
                  </a:cubicBezTo>
                  <a:lnTo>
                    <a:pt x="2144" y="6192"/>
                  </a:lnTo>
                  <a:cubicBezTo>
                    <a:pt x="2025" y="6192"/>
                    <a:pt x="1953" y="6264"/>
                    <a:pt x="1953" y="6383"/>
                  </a:cubicBezTo>
                  <a:cubicBezTo>
                    <a:pt x="1953" y="6478"/>
                    <a:pt x="2025" y="6550"/>
                    <a:pt x="2144" y="6550"/>
                  </a:cubicBezTo>
                  <a:lnTo>
                    <a:pt x="1620" y="7145"/>
                  </a:lnTo>
                  <a:lnTo>
                    <a:pt x="1191" y="7145"/>
                  </a:lnTo>
                  <a:cubicBezTo>
                    <a:pt x="1096" y="7145"/>
                    <a:pt x="1001" y="7240"/>
                    <a:pt x="1001" y="7336"/>
                  </a:cubicBezTo>
                  <a:cubicBezTo>
                    <a:pt x="1001" y="7431"/>
                    <a:pt x="1096" y="7526"/>
                    <a:pt x="1191" y="7526"/>
                  </a:cubicBezTo>
                  <a:lnTo>
                    <a:pt x="1287" y="7526"/>
                  </a:lnTo>
                  <a:lnTo>
                    <a:pt x="453" y="8455"/>
                  </a:lnTo>
                  <a:cubicBezTo>
                    <a:pt x="406" y="8241"/>
                    <a:pt x="382" y="8002"/>
                    <a:pt x="382" y="7788"/>
                  </a:cubicBezTo>
                  <a:lnTo>
                    <a:pt x="382" y="5026"/>
                  </a:lnTo>
                  <a:lnTo>
                    <a:pt x="1072" y="5026"/>
                  </a:lnTo>
                  <a:cubicBezTo>
                    <a:pt x="1191" y="5026"/>
                    <a:pt x="1263" y="4954"/>
                    <a:pt x="1263" y="4859"/>
                  </a:cubicBezTo>
                  <a:cubicBezTo>
                    <a:pt x="1263" y="4740"/>
                    <a:pt x="1191" y="4668"/>
                    <a:pt x="1072" y="4668"/>
                  </a:cubicBezTo>
                  <a:lnTo>
                    <a:pt x="382" y="4668"/>
                  </a:lnTo>
                  <a:lnTo>
                    <a:pt x="382" y="3263"/>
                  </a:lnTo>
                  <a:cubicBezTo>
                    <a:pt x="382" y="3144"/>
                    <a:pt x="382" y="3025"/>
                    <a:pt x="406" y="2930"/>
                  </a:cubicBezTo>
                  <a:cubicBezTo>
                    <a:pt x="477" y="2882"/>
                    <a:pt x="548" y="2858"/>
                    <a:pt x="644" y="2858"/>
                  </a:cubicBezTo>
                  <a:cubicBezTo>
                    <a:pt x="787" y="2858"/>
                    <a:pt x="929" y="2930"/>
                    <a:pt x="1049" y="3049"/>
                  </a:cubicBezTo>
                  <a:cubicBezTo>
                    <a:pt x="1075" y="3088"/>
                    <a:pt x="1123" y="3106"/>
                    <a:pt x="1172" y="3106"/>
                  </a:cubicBezTo>
                  <a:cubicBezTo>
                    <a:pt x="1213" y="3106"/>
                    <a:pt x="1255" y="3094"/>
                    <a:pt x="1287" y="3073"/>
                  </a:cubicBezTo>
                  <a:cubicBezTo>
                    <a:pt x="1406" y="2978"/>
                    <a:pt x="1525" y="2954"/>
                    <a:pt x="1668" y="2954"/>
                  </a:cubicBezTo>
                  <a:cubicBezTo>
                    <a:pt x="1977" y="2954"/>
                    <a:pt x="2239" y="3168"/>
                    <a:pt x="2287" y="3478"/>
                  </a:cubicBezTo>
                  <a:cubicBezTo>
                    <a:pt x="2311" y="3549"/>
                    <a:pt x="2358" y="3621"/>
                    <a:pt x="2430" y="3621"/>
                  </a:cubicBezTo>
                  <a:cubicBezTo>
                    <a:pt x="2692" y="3692"/>
                    <a:pt x="2858" y="3906"/>
                    <a:pt x="2858" y="4144"/>
                  </a:cubicBezTo>
                  <a:cubicBezTo>
                    <a:pt x="2858" y="4430"/>
                    <a:pt x="2620" y="4668"/>
                    <a:pt x="2335" y="4668"/>
                  </a:cubicBezTo>
                  <a:lnTo>
                    <a:pt x="1811" y="4668"/>
                  </a:lnTo>
                  <a:cubicBezTo>
                    <a:pt x="1715" y="4668"/>
                    <a:pt x="1620" y="4740"/>
                    <a:pt x="1620" y="4859"/>
                  </a:cubicBezTo>
                  <a:cubicBezTo>
                    <a:pt x="1620" y="4954"/>
                    <a:pt x="1715" y="5026"/>
                    <a:pt x="1811" y="5026"/>
                  </a:cubicBezTo>
                  <a:lnTo>
                    <a:pt x="2335" y="5026"/>
                  </a:lnTo>
                  <a:cubicBezTo>
                    <a:pt x="2835" y="5026"/>
                    <a:pt x="3216" y="4645"/>
                    <a:pt x="3216" y="4144"/>
                  </a:cubicBezTo>
                  <a:cubicBezTo>
                    <a:pt x="3216" y="3763"/>
                    <a:pt x="2978" y="3430"/>
                    <a:pt x="2620" y="3311"/>
                  </a:cubicBezTo>
                  <a:cubicBezTo>
                    <a:pt x="2501" y="2882"/>
                    <a:pt x="2120" y="2573"/>
                    <a:pt x="1668" y="2573"/>
                  </a:cubicBezTo>
                  <a:cubicBezTo>
                    <a:pt x="1501" y="2573"/>
                    <a:pt x="1334" y="2620"/>
                    <a:pt x="1215" y="2692"/>
                  </a:cubicBezTo>
                  <a:cubicBezTo>
                    <a:pt x="1049" y="2573"/>
                    <a:pt x="858" y="2501"/>
                    <a:pt x="644" y="2501"/>
                  </a:cubicBezTo>
                  <a:lnTo>
                    <a:pt x="477" y="2501"/>
                  </a:lnTo>
                  <a:cubicBezTo>
                    <a:pt x="668" y="1858"/>
                    <a:pt x="1049" y="1287"/>
                    <a:pt x="1596" y="906"/>
                  </a:cubicBezTo>
                  <a:cubicBezTo>
                    <a:pt x="1930" y="1430"/>
                    <a:pt x="2882" y="1763"/>
                    <a:pt x="4025" y="1763"/>
                  </a:cubicBezTo>
                  <a:cubicBezTo>
                    <a:pt x="5168" y="1763"/>
                    <a:pt x="6145" y="1430"/>
                    <a:pt x="6454" y="906"/>
                  </a:cubicBezTo>
                  <a:close/>
                  <a:moveTo>
                    <a:pt x="3263" y="1"/>
                  </a:moveTo>
                  <a:cubicBezTo>
                    <a:pt x="1477" y="1"/>
                    <a:pt x="1" y="1477"/>
                    <a:pt x="1" y="3263"/>
                  </a:cubicBezTo>
                  <a:lnTo>
                    <a:pt x="1" y="7788"/>
                  </a:lnTo>
                  <a:cubicBezTo>
                    <a:pt x="1" y="9574"/>
                    <a:pt x="1477" y="11051"/>
                    <a:pt x="3263" y="11051"/>
                  </a:cubicBezTo>
                  <a:lnTo>
                    <a:pt x="4787" y="11051"/>
                  </a:lnTo>
                  <a:cubicBezTo>
                    <a:pt x="6573" y="11051"/>
                    <a:pt x="8050" y="9598"/>
                    <a:pt x="8050" y="7788"/>
                  </a:cubicBezTo>
                  <a:lnTo>
                    <a:pt x="8050" y="3263"/>
                  </a:lnTo>
                  <a:cubicBezTo>
                    <a:pt x="8050" y="1501"/>
                    <a:pt x="6597" y="1"/>
                    <a:pt x="47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2"/>
            <p:cNvSpPr/>
            <p:nvPr/>
          </p:nvSpPr>
          <p:spPr>
            <a:xfrm>
              <a:off x="5440756" y="2086752"/>
              <a:ext cx="325627" cy="428719"/>
            </a:xfrm>
            <a:custGeom>
              <a:rect b="b" l="l" r="r" t="t"/>
              <a:pathLst>
                <a:path extrusionOk="0" h="12480" w="9479">
                  <a:moveTo>
                    <a:pt x="3977" y="0"/>
                  </a:moveTo>
                  <a:cubicBezTo>
                    <a:pt x="2977" y="0"/>
                    <a:pt x="2024" y="358"/>
                    <a:pt x="1286" y="1048"/>
                  </a:cubicBezTo>
                  <a:cubicBezTo>
                    <a:pt x="1215" y="1120"/>
                    <a:pt x="1191" y="1239"/>
                    <a:pt x="1262" y="1310"/>
                  </a:cubicBezTo>
                  <a:cubicBezTo>
                    <a:pt x="1298" y="1346"/>
                    <a:pt x="1346" y="1364"/>
                    <a:pt x="1393" y="1364"/>
                  </a:cubicBezTo>
                  <a:cubicBezTo>
                    <a:pt x="1441" y="1364"/>
                    <a:pt x="1489" y="1346"/>
                    <a:pt x="1524" y="1310"/>
                  </a:cubicBezTo>
                  <a:cubicBezTo>
                    <a:pt x="2191" y="691"/>
                    <a:pt x="3072" y="358"/>
                    <a:pt x="3977" y="358"/>
                  </a:cubicBezTo>
                  <a:lnTo>
                    <a:pt x="5501" y="358"/>
                  </a:lnTo>
                  <a:cubicBezTo>
                    <a:pt x="7502" y="358"/>
                    <a:pt x="9121" y="1977"/>
                    <a:pt x="9121" y="3977"/>
                  </a:cubicBezTo>
                  <a:lnTo>
                    <a:pt x="9121" y="8502"/>
                  </a:lnTo>
                  <a:cubicBezTo>
                    <a:pt x="9121" y="10502"/>
                    <a:pt x="7502" y="12122"/>
                    <a:pt x="5501" y="12122"/>
                  </a:cubicBezTo>
                  <a:lnTo>
                    <a:pt x="3977" y="12122"/>
                  </a:lnTo>
                  <a:cubicBezTo>
                    <a:pt x="1977" y="12122"/>
                    <a:pt x="357" y="10502"/>
                    <a:pt x="357" y="8502"/>
                  </a:cubicBezTo>
                  <a:lnTo>
                    <a:pt x="357" y="3977"/>
                  </a:lnTo>
                  <a:cubicBezTo>
                    <a:pt x="357" y="3215"/>
                    <a:pt x="596" y="2453"/>
                    <a:pt x="1072" y="1834"/>
                  </a:cubicBezTo>
                  <a:cubicBezTo>
                    <a:pt x="1120" y="1763"/>
                    <a:pt x="1096" y="1644"/>
                    <a:pt x="1024" y="1572"/>
                  </a:cubicBezTo>
                  <a:cubicBezTo>
                    <a:pt x="995" y="1552"/>
                    <a:pt x="957" y="1541"/>
                    <a:pt x="918" y="1541"/>
                  </a:cubicBezTo>
                  <a:cubicBezTo>
                    <a:pt x="862" y="1541"/>
                    <a:pt x="804" y="1564"/>
                    <a:pt x="762" y="1620"/>
                  </a:cubicBezTo>
                  <a:cubicBezTo>
                    <a:pt x="262" y="2310"/>
                    <a:pt x="0" y="3120"/>
                    <a:pt x="0" y="3977"/>
                  </a:cubicBezTo>
                  <a:lnTo>
                    <a:pt x="0" y="8502"/>
                  </a:lnTo>
                  <a:cubicBezTo>
                    <a:pt x="0" y="10693"/>
                    <a:pt x="1786" y="12479"/>
                    <a:pt x="3977" y="12479"/>
                  </a:cubicBezTo>
                  <a:lnTo>
                    <a:pt x="5501" y="12479"/>
                  </a:lnTo>
                  <a:cubicBezTo>
                    <a:pt x="7692" y="12479"/>
                    <a:pt x="9478" y="10693"/>
                    <a:pt x="9478" y="8502"/>
                  </a:cubicBezTo>
                  <a:lnTo>
                    <a:pt x="9478" y="3977"/>
                  </a:lnTo>
                  <a:cubicBezTo>
                    <a:pt x="9478" y="1786"/>
                    <a:pt x="7692" y="0"/>
                    <a:pt x="55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txBox="1"/>
          <p:nvPr>
            <p:ph type="title"/>
          </p:nvPr>
        </p:nvSpPr>
        <p:spPr>
          <a:xfrm>
            <a:off x="607048" y="34875"/>
            <a:ext cx="7717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Missing Values Overview</a:t>
            </a:r>
            <a:endParaRPr/>
          </a:p>
        </p:txBody>
      </p:sp>
      <p:sp>
        <p:nvSpPr>
          <p:cNvPr id="277" name="Google Shape;277;p43"/>
          <p:cNvSpPr txBox="1"/>
          <p:nvPr>
            <p:ph idx="4294967295" type="title"/>
          </p:nvPr>
        </p:nvSpPr>
        <p:spPr>
          <a:xfrm>
            <a:off x="6571224" y="1756500"/>
            <a:ext cx="19149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rPr>
              <a:t>Missing values</a:t>
            </a:r>
            <a:endParaRPr sz="1800">
              <a:solidFill>
                <a:schemeClr val="dk2"/>
              </a:solidFill>
            </a:endParaRPr>
          </a:p>
        </p:txBody>
      </p:sp>
      <p:sp>
        <p:nvSpPr>
          <p:cNvPr id="278" name="Google Shape;278;p43"/>
          <p:cNvSpPr txBox="1"/>
          <p:nvPr>
            <p:ph idx="4294967295" type="subTitle"/>
          </p:nvPr>
        </p:nvSpPr>
        <p:spPr>
          <a:xfrm>
            <a:off x="6571228" y="2114806"/>
            <a:ext cx="2338800" cy="522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400"/>
              <a:t>Missing values were below 1% in all columns.</a:t>
            </a:r>
            <a:endParaRPr sz="1400"/>
          </a:p>
        </p:txBody>
      </p:sp>
      <p:sp>
        <p:nvSpPr>
          <p:cNvPr id="279" name="Google Shape;279;p43"/>
          <p:cNvSpPr txBox="1"/>
          <p:nvPr>
            <p:ph idx="4294967295" type="title"/>
          </p:nvPr>
        </p:nvSpPr>
        <p:spPr>
          <a:xfrm>
            <a:off x="6571224" y="3263925"/>
            <a:ext cx="18087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rPr>
              <a:t>Clean records</a:t>
            </a:r>
            <a:endParaRPr sz="1800">
              <a:solidFill>
                <a:schemeClr val="dk2"/>
              </a:solidFill>
            </a:endParaRPr>
          </a:p>
        </p:txBody>
      </p:sp>
      <p:sp>
        <p:nvSpPr>
          <p:cNvPr id="280" name="Google Shape;280;p43"/>
          <p:cNvSpPr txBox="1"/>
          <p:nvPr>
            <p:ph idx="4294967295" type="subTitle"/>
          </p:nvPr>
        </p:nvSpPr>
        <p:spPr>
          <a:xfrm>
            <a:off x="6571228" y="3622253"/>
            <a:ext cx="2338800" cy="522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400"/>
              <a:t>After cleaning, the dataset retained over 860,000 valid and consistent flight records ready for analysis.</a:t>
            </a:r>
            <a:endParaRPr sz="1400"/>
          </a:p>
        </p:txBody>
      </p:sp>
      <p:sp>
        <p:nvSpPr>
          <p:cNvPr id="281" name="Google Shape;281;p43"/>
          <p:cNvSpPr/>
          <p:nvPr/>
        </p:nvSpPr>
        <p:spPr>
          <a:xfrm>
            <a:off x="6204328" y="1438209"/>
            <a:ext cx="274200" cy="274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3"/>
          <p:cNvSpPr/>
          <p:nvPr/>
        </p:nvSpPr>
        <p:spPr>
          <a:xfrm>
            <a:off x="6204328" y="2949839"/>
            <a:ext cx="274200" cy="274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3"/>
          <p:cNvSpPr txBox="1"/>
          <p:nvPr>
            <p:ph idx="4294967295" type="title"/>
          </p:nvPr>
        </p:nvSpPr>
        <p:spPr>
          <a:xfrm>
            <a:off x="6571228" y="2905425"/>
            <a:ext cx="10578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2"/>
                </a:solidFill>
              </a:rPr>
              <a:t>860K</a:t>
            </a:r>
            <a:endParaRPr sz="2400">
              <a:solidFill>
                <a:schemeClr val="dk2"/>
              </a:solidFill>
            </a:endParaRPr>
          </a:p>
        </p:txBody>
      </p:sp>
      <p:sp>
        <p:nvSpPr>
          <p:cNvPr id="284" name="Google Shape;284;p43"/>
          <p:cNvSpPr txBox="1"/>
          <p:nvPr>
            <p:ph idx="4294967295" type="title"/>
          </p:nvPr>
        </p:nvSpPr>
        <p:spPr>
          <a:xfrm>
            <a:off x="6571228" y="1398000"/>
            <a:ext cx="10578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2"/>
                </a:solidFill>
              </a:rPr>
              <a:t>1</a:t>
            </a:r>
            <a:r>
              <a:rPr lang="en" sz="2400">
                <a:solidFill>
                  <a:schemeClr val="dk2"/>
                </a:solidFill>
              </a:rPr>
              <a:t>%</a:t>
            </a:r>
            <a:endParaRPr sz="2400">
              <a:solidFill>
                <a:schemeClr val="dk2"/>
              </a:solidFill>
            </a:endParaRPr>
          </a:p>
        </p:txBody>
      </p:sp>
      <p:cxnSp>
        <p:nvCxnSpPr>
          <p:cNvPr id="285" name="Google Shape;285;p43"/>
          <p:cNvCxnSpPr/>
          <p:nvPr/>
        </p:nvCxnSpPr>
        <p:spPr>
          <a:xfrm>
            <a:off x="825502" y="3760239"/>
            <a:ext cx="4601400" cy="0"/>
          </a:xfrm>
          <a:prstGeom prst="straightConnector1">
            <a:avLst/>
          </a:prstGeom>
          <a:noFill/>
          <a:ln cap="flat" cmpd="sng" w="9525">
            <a:solidFill>
              <a:schemeClr val="dk1"/>
            </a:solidFill>
            <a:prstDash val="solid"/>
            <a:round/>
            <a:headEnd len="med" w="med" type="none"/>
            <a:tailEnd len="med" w="med" type="none"/>
          </a:ln>
        </p:spPr>
      </p:cxnSp>
      <p:pic>
        <p:nvPicPr>
          <p:cNvPr id="286" name="Google Shape;286;p43"/>
          <p:cNvPicPr preferRelativeResize="0"/>
          <p:nvPr/>
        </p:nvPicPr>
        <p:blipFill>
          <a:blip r:embed="rId3">
            <a:alphaModFix/>
          </a:blip>
          <a:stretch>
            <a:fillRect/>
          </a:stretch>
        </p:blipFill>
        <p:spPr>
          <a:xfrm flipH="1" rot="-1317310">
            <a:off x="7197356" y="-15207"/>
            <a:ext cx="1905126" cy="1691190"/>
          </a:xfrm>
          <a:prstGeom prst="rect">
            <a:avLst/>
          </a:prstGeom>
          <a:noFill/>
          <a:ln>
            <a:noFill/>
          </a:ln>
        </p:spPr>
      </p:pic>
      <p:pic>
        <p:nvPicPr>
          <p:cNvPr id="287" name="Google Shape;287;p43"/>
          <p:cNvPicPr preferRelativeResize="0"/>
          <p:nvPr/>
        </p:nvPicPr>
        <p:blipFill>
          <a:blip r:embed="rId4">
            <a:alphaModFix/>
          </a:blip>
          <a:stretch>
            <a:fillRect/>
          </a:stretch>
        </p:blipFill>
        <p:spPr>
          <a:xfrm>
            <a:off x="564625" y="866000"/>
            <a:ext cx="5369270" cy="283588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1" name="Shape 291"/>
        <p:cNvGrpSpPr/>
        <p:nvPr/>
      </p:nvGrpSpPr>
      <p:grpSpPr>
        <a:xfrm>
          <a:off x="0" y="0"/>
          <a:ext cx="0" cy="0"/>
          <a:chOff x="0" y="0"/>
          <a:chExt cx="0" cy="0"/>
        </a:xfrm>
      </p:grpSpPr>
      <p:sp>
        <p:nvSpPr>
          <p:cNvPr id="292" name="Google Shape;292;p44"/>
          <p:cNvSpPr txBox="1"/>
          <p:nvPr>
            <p:ph type="title"/>
          </p:nvPr>
        </p:nvSpPr>
        <p:spPr>
          <a:xfrm>
            <a:off x="713100" y="2745225"/>
            <a:ext cx="5365500" cy="135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Exploratory Data Analysis</a:t>
            </a:r>
            <a:endParaRPr/>
          </a:p>
        </p:txBody>
      </p:sp>
      <p:sp>
        <p:nvSpPr>
          <p:cNvPr id="293" name="Google Shape;293;p44"/>
          <p:cNvSpPr txBox="1"/>
          <p:nvPr>
            <p:ph idx="2" type="title"/>
          </p:nvPr>
        </p:nvSpPr>
        <p:spPr>
          <a:xfrm>
            <a:off x="713100" y="1823614"/>
            <a:ext cx="1373100" cy="741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294" name="Google Shape;294;p44"/>
          <p:cNvSpPr txBox="1"/>
          <p:nvPr>
            <p:ph idx="1" type="subTitle"/>
          </p:nvPr>
        </p:nvSpPr>
        <p:spPr>
          <a:xfrm>
            <a:off x="713100" y="3966544"/>
            <a:ext cx="4450200" cy="104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analysis focused on flight frequency, distance, and geographic distribution.</a:t>
            </a:r>
            <a:endParaRPr/>
          </a:p>
        </p:txBody>
      </p:sp>
      <p:pic>
        <p:nvPicPr>
          <p:cNvPr id="295" name="Google Shape;295;p44"/>
          <p:cNvPicPr preferRelativeResize="0"/>
          <p:nvPr/>
        </p:nvPicPr>
        <p:blipFill rotWithShape="1">
          <a:blip r:embed="rId3">
            <a:alphaModFix/>
          </a:blip>
          <a:srcRect b="0" l="0" r="0" t="0"/>
          <a:stretch/>
        </p:blipFill>
        <p:spPr>
          <a:xfrm rot="275821">
            <a:off x="2624915" y="809738"/>
            <a:ext cx="6100942" cy="1988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type="title"/>
          </p:nvPr>
        </p:nvSpPr>
        <p:spPr>
          <a:xfrm>
            <a:off x="607050" y="34875"/>
            <a:ext cx="1018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 10 Countries with the Highest arrivals  </a:t>
            </a:r>
            <a:endParaRPr/>
          </a:p>
        </p:txBody>
      </p:sp>
      <p:sp>
        <p:nvSpPr>
          <p:cNvPr id="301" name="Google Shape;301;p45"/>
          <p:cNvSpPr txBox="1"/>
          <p:nvPr>
            <p:ph idx="4294967295" type="title"/>
          </p:nvPr>
        </p:nvSpPr>
        <p:spPr>
          <a:xfrm>
            <a:off x="6571224" y="1756500"/>
            <a:ext cx="19149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rPr>
              <a:t>Main Origins</a:t>
            </a:r>
            <a:endParaRPr sz="1800">
              <a:solidFill>
                <a:schemeClr val="dk2"/>
              </a:solidFill>
            </a:endParaRPr>
          </a:p>
        </p:txBody>
      </p:sp>
      <p:sp>
        <p:nvSpPr>
          <p:cNvPr id="302" name="Google Shape;302;p45"/>
          <p:cNvSpPr txBox="1"/>
          <p:nvPr>
            <p:ph idx="4294967295" type="subTitle"/>
          </p:nvPr>
        </p:nvSpPr>
        <p:spPr>
          <a:xfrm>
            <a:off x="6571228" y="2114806"/>
            <a:ext cx="2338800" cy="522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Spain, UK, Germany.</a:t>
            </a:r>
            <a:endParaRPr/>
          </a:p>
        </p:txBody>
      </p:sp>
      <p:sp>
        <p:nvSpPr>
          <p:cNvPr id="303" name="Google Shape;303;p45"/>
          <p:cNvSpPr txBox="1"/>
          <p:nvPr>
            <p:ph idx="4294967295" type="title"/>
          </p:nvPr>
        </p:nvSpPr>
        <p:spPr>
          <a:xfrm>
            <a:off x="6571224" y="3263925"/>
            <a:ext cx="18087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rPr>
              <a:t>of flights from Europe</a:t>
            </a:r>
            <a:endParaRPr sz="1800">
              <a:solidFill>
                <a:schemeClr val="dk2"/>
              </a:solidFill>
            </a:endParaRPr>
          </a:p>
        </p:txBody>
      </p:sp>
      <p:sp>
        <p:nvSpPr>
          <p:cNvPr id="304" name="Google Shape;304;p45"/>
          <p:cNvSpPr txBox="1"/>
          <p:nvPr>
            <p:ph idx="4294967295" type="subTitle"/>
          </p:nvPr>
        </p:nvSpPr>
        <p:spPr>
          <a:xfrm>
            <a:off x="664150" y="4099475"/>
            <a:ext cx="7122000" cy="522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400"/>
              <a:t>Spain, the United Kingdom, and Germany accounted for the largest share of arrivals at London </a:t>
            </a:r>
            <a:r>
              <a:rPr lang="en" sz="1400"/>
              <a:t>a</a:t>
            </a:r>
            <a:r>
              <a:rPr lang="en" sz="1400"/>
              <a:t>irports.Most inbound flights originated from European countries, confirming that short and medium-haul routes dominate the dataset.</a:t>
            </a:r>
            <a:endParaRPr sz="1400"/>
          </a:p>
        </p:txBody>
      </p:sp>
      <p:sp>
        <p:nvSpPr>
          <p:cNvPr id="305" name="Google Shape;305;p45"/>
          <p:cNvSpPr/>
          <p:nvPr/>
        </p:nvSpPr>
        <p:spPr>
          <a:xfrm>
            <a:off x="6204328" y="1438209"/>
            <a:ext cx="274200" cy="274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5"/>
          <p:cNvSpPr/>
          <p:nvPr/>
        </p:nvSpPr>
        <p:spPr>
          <a:xfrm>
            <a:off x="6204328" y="2949839"/>
            <a:ext cx="274200" cy="274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5"/>
          <p:cNvSpPr txBox="1"/>
          <p:nvPr>
            <p:ph idx="4294967295" type="title"/>
          </p:nvPr>
        </p:nvSpPr>
        <p:spPr>
          <a:xfrm>
            <a:off x="6571228" y="2831189"/>
            <a:ext cx="10578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2"/>
                </a:solidFill>
              </a:rPr>
              <a:t>70%</a:t>
            </a:r>
            <a:endParaRPr sz="2400">
              <a:solidFill>
                <a:schemeClr val="dk2"/>
              </a:solidFill>
            </a:endParaRPr>
          </a:p>
        </p:txBody>
      </p:sp>
      <p:sp>
        <p:nvSpPr>
          <p:cNvPr id="308" name="Google Shape;308;p45"/>
          <p:cNvSpPr txBox="1"/>
          <p:nvPr>
            <p:ph idx="4294967295" type="title"/>
          </p:nvPr>
        </p:nvSpPr>
        <p:spPr>
          <a:xfrm>
            <a:off x="6571228" y="1398000"/>
            <a:ext cx="10578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2"/>
                </a:solidFill>
              </a:rPr>
              <a:t>3</a:t>
            </a:r>
            <a:endParaRPr sz="2400">
              <a:solidFill>
                <a:schemeClr val="dk2"/>
              </a:solidFill>
            </a:endParaRPr>
          </a:p>
        </p:txBody>
      </p:sp>
      <p:cxnSp>
        <p:nvCxnSpPr>
          <p:cNvPr id="309" name="Google Shape;309;p45"/>
          <p:cNvCxnSpPr/>
          <p:nvPr/>
        </p:nvCxnSpPr>
        <p:spPr>
          <a:xfrm>
            <a:off x="825502" y="3760239"/>
            <a:ext cx="4601400" cy="0"/>
          </a:xfrm>
          <a:prstGeom prst="straightConnector1">
            <a:avLst/>
          </a:prstGeom>
          <a:noFill/>
          <a:ln cap="flat" cmpd="sng" w="9525">
            <a:solidFill>
              <a:schemeClr val="dk1"/>
            </a:solidFill>
            <a:prstDash val="solid"/>
            <a:round/>
            <a:headEnd len="med" w="med" type="none"/>
            <a:tailEnd len="med" w="med" type="none"/>
          </a:ln>
        </p:spPr>
      </p:cxnSp>
      <p:pic>
        <p:nvPicPr>
          <p:cNvPr id="310" name="Google Shape;310;p45"/>
          <p:cNvPicPr preferRelativeResize="0"/>
          <p:nvPr/>
        </p:nvPicPr>
        <p:blipFill>
          <a:blip r:embed="rId3">
            <a:alphaModFix/>
          </a:blip>
          <a:stretch>
            <a:fillRect/>
          </a:stretch>
        </p:blipFill>
        <p:spPr>
          <a:xfrm>
            <a:off x="152400" y="759975"/>
            <a:ext cx="5899528" cy="29298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ph type="title"/>
          </p:nvPr>
        </p:nvSpPr>
        <p:spPr>
          <a:xfrm>
            <a:off x="607050" y="34875"/>
            <a:ext cx="1018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 10 Most Common Aircrafts Types  </a:t>
            </a:r>
            <a:endParaRPr/>
          </a:p>
        </p:txBody>
      </p:sp>
      <p:sp>
        <p:nvSpPr>
          <p:cNvPr id="316" name="Google Shape;316;p46"/>
          <p:cNvSpPr txBox="1"/>
          <p:nvPr>
            <p:ph idx="4294967295" type="title"/>
          </p:nvPr>
        </p:nvSpPr>
        <p:spPr>
          <a:xfrm>
            <a:off x="6571225" y="1876500"/>
            <a:ext cx="1914900" cy="52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rPr>
              <a:t>B738 and A320 dominate</a:t>
            </a:r>
            <a:endParaRPr sz="1800">
              <a:solidFill>
                <a:schemeClr val="dk2"/>
              </a:solidFill>
            </a:endParaRPr>
          </a:p>
        </p:txBody>
      </p:sp>
      <p:sp>
        <p:nvSpPr>
          <p:cNvPr id="317" name="Google Shape;317;p46"/>
          <p:cNvSpPr txBox="1"/>
          <p:nvPr>
            <p:ph idx="4294967295" type="title"/>
          </p:nvPr>
        </p:nvSpPr>
        <p:spPr>
          <a:xfrm>
            <a:off x="6571224" y="3263925"/>
            <a:ext cx="18087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rPr>
              <a:t> Short/medium-haul routes</a:t>
            </a:r>
            <a:endParaRPr sz="1800">
              <a:solidFill>
                <a:schemeClr val="dk2"/>
              </a:solidFill>
            </a:endParaRPr>
          </a:p>
        </p:txBody>
      </p:sp>
      <p:sp>
        <p:nvSpPr>
          <p:cNvPr id="318" name="Google Shape;318;p46"/>
          <p:cNvSpPr txBox="1"/>
          <p:nvPr>
            <p:ph idx="4294967295" type="subTitle"/>
          </p:nvPr>
        </p:nvSpPr>
        <p:spPr>
          <a:xfrm>
            <a:off x="607043" y="4004050"/>
            <a:ext cx="7022100" cy="522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100">
                <a:solidFill>
                  <a:srgbClr val="000000"/>
                </a:solidFill>
                <a:latin typeface="Arial"/>
                <a:ea typeface="Arial"/>
                <a:cs typeface="Arial"/>
                <a:sym typeface="Arial"/>
              </a:rPr>
              <a:t>The most frequent aircraft in the dataset are the Boeing 737-800 and the Airbus A320, which together account for the majority of flights.This indicates that most routes are operated by short and medium-haul aircraft, consistent with the European flight patterns observed earlier.</a:t>
            </a:r>
            <a:endParaRPr sz="1400"/>
          </a:p>
        </p:txBody>
      </p:sp>
      <p:sp>
        <p:nvSpPr>
          <p:cNvPr id="319" name="Google Shape;319;p46"/>
          <p:cNvSpPr/>
          <p:nvPr/>
        </p:nvSpPr>
        <p:spPr>
          <a:xfrm>
            <a:off x="6204328" y="1438209"/>
            <a:ext cx="274200" cy="274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6"/>
          <p:cNvSpPr/>
          <p:nvPr/>
        </p:nvSpPr>
        <p:spPr>
          <a:xfrm>
            <a:off x="6204328" y="2949839"/>
            <a:ext cx="274200" cy="274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6"/>
          <p:cNvSpPr txBox="1"/>
          <p:nvPr>
            <p:ph idx="4294967295" type="title"/>
          </p:nvPr>
        </p:nvSpPr>
        <p:spPr>
          <a:xfrm>
            <a:off x="6571223" y="2905425"/>
            <a:ext cx="19149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2"/>
                </a:solidFill>
              </a:rPr>
              <a:t>Flight range</a:t>
            </a:r>
            <a:endParaRPr sz="2400">
              <a:solidFill>
                <a:schemeClr val="dk2"/>
              </a:solidFill>
            </a:endParaRPr>
          </a:p>
        </p:txBody>
      </p:sp>
      <p:sp>
        <p:nvSpPr>
          <p:cNvPr id="322" name="Google Shape;322;p46"/>
          <p:cNvSpPr txBox="1"/>
          <p:nvPr>
            <p:ph idx="4294967295" type="title"/>
          </p:nvPr>
        </p:nvSpPr>
        <p:spPr>
          <a:xfrm>
            <a:off x="6571225" y="1396050"/>
            <a:ext cx="23388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2"/>
                </a:solidFill>
              </a:rPr>
              <a:t>Main Models</a:t>
            </a:r>
            <a:endParaRPr sz="2400">
              <a:solidFill>
                <a:schemeClr val="dk2"/>
              </a:solidFill>
            </a:endParaRPr>
          </a:p>
        </p:txBody>
      </p:sp>
      <p:cxnSp>
        <p:nvCxnSpPr>
          <p:cNvPr id="323" name="Google Shape;323;p46"/>
          <p:cNvCxnSpPr/>
          <p:nvPr/>
        </p:nvCxnSpPr>
        <p:spPr>
          <a:xfrm>
            <a:off x="825502" y="3760239"/>
            <a:ext cx="4601400" cy="0"/>
          </a:xfrm>
          <a:prstGeom prst="straightConnector1">
            <a:avLst/>
          </a:prstGeom>
          <a:noFill/>
          <a:ln cap="flat" cmpd="sng" w="9525">
            <a:solidFill>
              <a:schemeClr val="dk1"/>
            </a:solidFill>
            <a:prstDash val="solid"/>
            <a:round/>
            <a:headEnd len="med" w="med" type="none"/>
            <a:tailEnd len="med" w="med" type="none"/>
          </a:ln>
        </p:spPr>
      </p:cxnSp>
      <p:pic>
        <p:nvPicPr>
          <p:cNvPr id="324" name="Google Shape;324;p46"/>
          <p:cNvPicPr preferRelativeResize="0"/>
          <p:nvPr/>
        </p:nvPicPr>
        <p:blipFill>
          <a:blip r:embed="rId3">
            <a:alphaModFix/>
          </a:blip>
          <a:stretch>
            <a:fillRect/>
          </a:stretch>
        </p:blipFill>
        <p:spPr>
          <a:xfrm>
            <a:off x="152400" y="759975"/>
            <a:ext cx="5899528" cy="288406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7"/>
          <p:cNvSpPr txBox="1"/>
          <p:nvPr>
            <p:ph type="title"/>
          </p:nvPr>
        </p:nvSpPr>
        <p:spPr>
          <a:xfrm>
            <a:off x="607048" y="34875"/>
            <a:ext cx="7717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Distribution of Distance Fled</a:t>
            </a:r>
            <a:endParaRPr/>
          </a:p>
        </p:txBody>
      </p:sp>
      <p:sp>
        <p:nvSpPr>
          <p:cNvPr id="330" name="Google Shape;330;p47"/>
          <p:cNvSpPr txBox="1"/>
          <p:nvPr>
            <p:ph idx="4294967295" type="title"/>
          </p:nvPr>
        </p:nvSpPr>
        <p:spPr>
          <a:xfrm>
            <a:off x="6571224" y="1756500"/>
            <a:ext cx="19149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rPr>
              <a:t>Of flights under 2,000 NM</a:t>
            </a:r>
            <a:endParaRPr sz="1800">
              <a:solidFill>
                <a:schemeClr val="dk2"/>
              </a:solidFill>
            </a:endParaRPr>
          </a:p>
        </p:txBody>
      </p:sp>
      <p:sp>
        <p:nvSpPr>
          <p:cNvPr id="331" name="Google Shape;331;p47"/>
          <p:cNvSpPr txBox="1"/>
          <p:nvPr>
            <p:ph idx="4294967295" type="title"/>
          </p:nvPr>
        </p:nvSpPr>
        <p:spPr>
          <a:xfrm>
            <a:off x="6571224" y="3136650"/>
            <a:ext cx="18087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rPr>
              <a:t>Few long-haul flights beyond 4,000 NM</a:t>
            </a:r>
            <a:endParaRPr sz="1800">
              <a:solidFill>
                <a:schemeClr val="dk2"/>
              </a:solidFill>
            </a:endParaRPr>
          </a:p>
        </p:txBody>
      </p:sp>
      <p:sp>
        <p:nvSpPr>
          <p:cNvPr id="332" name="Google Shape;332;p47"/>
          <p:cNvSpPr txBox="1"/>
          <p:nvPr>
            <p:ph idx="4294967295" type="subTitle"/>
          </p:nvPr>
        </p:nvSpPr>
        <p:spPr>
          <a:xfrm>
            <a:off x="462643" y="4428225"/>
            <a:ext cx="7166400" cy="522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100">
                <a:solidFill>
                  <a:srgbClr val="000000"/>
                </a:solidFill>
                <a:latin typeface="Arial"/>
                <a:ea typeface="Arial"/>
                <a:cs typeface="Arial"/>
                <a:sym typeface="Arial"/>
              </a:rPr>
              <a:t>Most flights cover short distances below 2,000 nautical miles, indicating that the majority are regional or intra-European routes.A smaller number of long-haul flights extend beyond 4,000 NM, representing intercontinental connections.</a:t>
            </a:r>
            <a:endParaRPr sz="1400"/>
          </a:p>
        </p:txBody>
      </p:sp>
      <p:sp>
        <p:nvSpPr>
          <p:cNvPr id="333" name="Google Shape;333;p47"/>
          <p:cNvSpPr/>
          <p:nvPr/>
        </p:nvSpPr>
        <p:spPr>
          <a:xfrm>
            <a:off x="6204328" y="1438209"/>
            <a:ext cx="274200" cy="274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7"/>
          <p:cNvSpPr/>
          <p:nvPr/>
        </p:nvSpPr>
        <p:spPr>
          <a:xfrm>
            <a:off x="6204328" y="2949839"/>
            <a:ext cx="274200" cy="274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7"/>
          <p:cNvSpPr txBox="1"/>
          <p:nvPr>
            <p:ph idx="4294967295" type="title"/>
          </p:nvPr>
        </p:nvSpPr>
        <p:spPr>
          <a:xfrm>
            <a:off x="6571228" y="1398000"/>
            <a:ext cx="1057800" cy="35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2"/>
                </a:solidFill>
              </a:rPr>
              <a:t>80</a:t>
            </a:r>
            <a:r>
              <a:rPr lang="en" sz="2400">
                <a:solidFill>
                  <a:schemeClr val="dk2"/>
                </a:solidFill>
              </a:rPr>
              <a:t>%</a:t>
            </a:r>
            <a:endParaRPr sz="2400">
              <a:solidFill>
                <a:schemeClr val="dk2"/>
              </a:solidFill>
            </a:endParaRPr>
          </a:p>
        </p:txBody>
      </p:sp>
      <p:cxnSp>
        <p:nvCxnSpPr>
          <p:cNvPr id="336" name="Google Shape;336;p47"/>
          <p:cNvCxnSpPr/>
          <p:nvPr/>
        </p:nvCxnSpPr>
        <p:spPr>
          <a:xfrm>
            <a:off x="825502" y="3760239"/>
            <a:ext cx="4601400" cy="0"/>
          </a:xfrm>
          <a:prstGeom prst="straightConnector1">
            <a:avLst/>
          </a:prstGeom>
          <a:noFill/>
          <a:ln cap="flat" cmpd="sng" w="9525">
            <a:solidFill>
              <a:schemeClr val="dk1"/>
            </a:solidFill>
            <a:prstDash val="solid"/>
            <a:round/>
            <a:headEnd len="med" w="med" type="none"/>
            <a:tailEnd len="med" w="med" type="none"/>
          </a:ln>
        </p:spPr>
      </p:cxnSp>
      <p:pic>
        <p:nvPicPr>
          <p:cNvPr id="337" name="Google Shape;337;p47"/>
          <p:cNvPicPr preferRelativeResize="0"/>
          <p:nvPr/>
        </p:nvPicPr>
        <p:blipFill>
          <a:blip r:embed="rId3">
            <a:alphaModFix/>
          </a:blip>
          <a:stretch>
            <a:fillRect/>
          </a:stretch>
        </p:blipFill>
        <p:spPr>
          <a:xfrm flipH="1" rot="-1317310">
            <a:off x="7197356" y="-15207"/>
            <a:ext cx="1905126" cy="1691190"/>
          </a:xfrm>
          <a:prstGeom prst="rect">
            <a:avLst/>
          </a:prstGeom>
          <a:noFill/>
          <a:ln>
            <a:noFill/>
          </a:ln>
        </p:spPr>
      </p:pic>
      <p:pic>
        <p:nvPicPr>
          <p:cNvPr id="338" name="Google Shape;338;p47"/>
          <p:cNvPicPr preferRelativeResize="0"/>
          <p:nvPr/>
        </p:nvPicPr>
        <p:blipFill>
          <a:blip r:embed="rId4">
            <a:alphaModFix/>
          </a:blip>
          <a:stretch>
            <a:fillRect/>
          </a:stretch>
        </p:blipFill>
        <p:spPr>
          <a:xfrm>
            <a:off x="152400" y="759975"/>
            <a:ext cx="5899528" cy="343813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2" name="Shape 342"/>
        <p:cNvGrpSpPr/>
        <p:nvPr/>
      </p:nvGrpSpPr>
      <p:grpSpPr>
        <a:xfrm>
          <a:off x="0" y="0"/>
          <a:ext cx="0" cy="0"/>
          <a:chOff x="0" y="0"/>
          <a:chExt cx="0" cy="0"/>
        </a:xfrm>
      </p:grpSpPr>
      <p:sp>
        <p:nvSpPr>
          <p:cNvPr id="343" name="Google Shape;343;p48"/>
          <p:cNvSpPr txBox="1"/>
          <p:nvPr>
            <p:ph type="title"/>
          </p:nvPr>
        </p:nvSpPr>
        <p:spPr>
          <a:xfrm>
            <a:off x="1592702" y="3355099"/>
            <a:ext cx="5966100" cy="81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Prediction</a:t>
            </a:r>
            <a:endParaRPr/>
          </a:p>
        </p:txBody>
      </p:sp>
      <p:sp>
        <p:nvSpPr>
          <p:cNvPr id="344" name="Google Shape;344;p48"/>
          <p:cNvSpPr txBox="1"/>
          <p:nvPr>
            <p:ph idx="2" type="title"/>
          </p:nvPr>
        </p:nvSpPr>
        <p:spPr>
          <a:xfrm>
            <a:off x="3889202" y="2537600"/>
            <a:ext cx="1373100" cy="74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pic>
        <p:nvPicPr>
          <p:cNvPr id="345" name="Google Shape;345;p48"/>
          <p:cNvPicPr preferRelativeResize="0"/>
          <p:nvPr/>
        </p:nvPicPr>
        <p:blipFill>
          <a:blip r:embed="rId3">
            <a:alphaModFix/>
          </a:blip>
          <a:stretch>
            <a:fillRect/>
          </a:stretch>
        </p:blipFill>
        <p:spPr>
          <a:xfrm>
            <a:off x="1820802" y="302275"/>
            <a:ext cx="5509899" cy="1825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9"/>
          <p:cNvSpPr txBox="1"/>
          <p:nvPr>
            <p:ph type="title"/>
          </p:nvPr>
        </p:nvSpPr>
        <p:spPr>
          <a:xfrm>
            <a:off x="336800" y="253050"/>
            <a:ext cx="739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ARIMA for UK Arrivals Prediction </a:t>
            </a:r>
            <a:endParaRPr/>
          </a:p>
        </p:txBody>
      </p:sp>
      <p:sp>
        <p:nvSpPr>
          <p:cNvPr id="351" name="Google Shape;351;p49"/>
          <p:cNvSpPr/>
          <p:nvPr/>
        </p:nvSpPr>
        <p:spPr>
          <a:xfrm>
            <a:off x="5434813" y="1520396"/>
            <a:ext cx="358002" cy="65413"/>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9"/>
          <p:cNvSpPr txBox="1"/>
          <p:nvPr/>
        </p:nvSpPr>
        <p:spPr>
          <a:xfrm>
            <a:off x="336800" y="825750"/>
            <a:ext cx="8654700" cy="121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To forecast the number of daily flight arrivals, we selected the ARIMA model, as it is one of the most effective statistical methods for time series forecasting. ARIMA is specifically designed to capture how today’s values depend on previous days, making it ideal for predicting flight arrivals.</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The parameters for ARIMA(5,0,2) closely follow the actual data, suggesting that this configuration captures short-term dynamics effectively.</a:t>
            </a:r>
            <a:endParaRPr>
              <a:solidFill>
                <a:schemeClr val="dk1"/>
              </a:solidFill>
              <a:latin typeface="Source Sans Pro"/>
              <a:ea typeface="Source Sans Pro"/>
              <a:cs typeface="Source Sans Pro"/>
              <a:sym typeface="Source Sans Pro"/>
            </a:endParaRPr>
          </a:p>
        </p:txBody>
      </p:sp>
      <p:pic>
        <p:nvPicPr>
          <p:cNvPr id="353" name="Google Shape;353;p49"/>
          <p:cNvPicPr preferRelativeResize="0"/>
          <p:nvPr/>
        </p:nvPicPr>
        <p:blipFill>
          <a:blip r:embed="rId3">
            <a:alphaModFix/>
          </a:blip>
          <a:stretch>
            <a:fillRect/>
          </a:stretch>
        </p:blipFill>
        <p:spPr>
          <a:xfrm>
            <a:off x="3365600" y="2038950"/>
            <a:ext cx="5696023" cy="2892900"/>
          </a:xfrm>
          <a:prstGeom prst="rect">
            <a:avLst/>
          </a:prstGeom>
          <a:noFill/>
          <a:ln>
            <a:noFill/>
          </a:ln>
        </p:spPr>
      </p:pic>
      <p:sp>
        <p:nvSpPr>
          <p:cNvPr id="354" name="Google Shape;354;p49"/>
          <p:cNvSpPr txBox="1"/>
          <p:nvPr/>
        </p:nvSpPr>
        <p:spPr>
          <a:xfrm>
            <a:off x="336800" y="2038950"/>
            <a:ext cx="3028800" cy="28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p = 5: The model uses the last 5 days’ arrivals to predict the next day’s value.</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d = 0: No differencing was required, as the daily arrivals series was already stationary after inspection.</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q = 2: The forecast error depends on the previous 2 days’ forecast errors, helping smooth out random fluctuations in arrivals.</a:t>
            </a:r>
            <a:endParaRPr>
              <a:solidFill>
                <a:schemeClr val="dk1"/>
              </a:solidFill>
              <a:latin typeface="Source Sans Pro"/>
              <a:ea typeface="Source Sans Pro"/>
              <a:cs typeface="Source Sans Pro"/>
              <a:sym typeface="Source Sans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0"/>
          <p:cNvSpPr txBox="1"/>
          <p:nvPr>
            <p:ph type="title"/>
          </p:nvPr>
        </p:nvSpPr>
        <p:spPr>
          <a:xfrm>
            <a:off x="154950" y="69050"/>
            <a:ext cx="8802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Actual vs Predicted Arrivals</a:t>
            </a:r>
            <a:endParaRPr/>
          </a:p>
        </p:txBody>
      </p:sp>
      <p:pic>
        <p:nvPicPr>
          <p:cNvPr id="360" name="Google Shape;360;p50"/>
          <p:cNvPicPr preferRelativeResize="0"/>
          <p:nvPr/>
        </p:nvPicPr>
        <p:blipFill>
          <a:blip r:embed="rId3">
            <a:alphaModFix/>
          </a:blip>
          <a:stretch>
            <a:fillRect/>
          </a:stretch>
        </p:blipFill>
        <p:spPr>
          <a:xfrm>
            <a:off x="0" y="938400"/>
            <a:ext cx="5766751" cy="2894315"/>
          </a:xfrm>
          <a:prstGeom prst="rect">
            <a:avLst/>
          </a:prstGeom>
          <a:noFill/>
          <a:ln>
            <a:noFill/>
          </a:ln>
        </p:spPr>
      </p:pic>
      <p:grpSp>
        <p:nvGrpSpPr>
          <p:cNvPr id="361" name="Google Shape;361;p50"/>
          <p:cNvGrpSpPr/>
          <p:nvPr/>
        </p:nvGrpSpPr>
        <p:grpSpPr>
          <a:xfrm>
            <a:off x="5834674" y="324850"/>
            <a:ext cx="3222301" cy="4615725"/>
            <a:chOff x="154949" y="174875"/>
            <a:chExt cx="3222301" cy="4615725"/>
          </a:xfrm>
        </p:grpSpPr>
        <p:sp>
          <p:nvSpPr>
            <p:cNvPr id="362" name="Google Shape;362;p50"/>
            <p:cNvSpPr txBox="1"/>
            <p:nvPr/>
          </p:nvSpPr>
          <p:spPr>
            <a:xfrm>
              <a:off x="154949" y="174875"/>
              <a:ext cx="1601100" cy="379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Manrope"/>
                  <a:ea typeface="Manrope"/>
                  <a:cs typeface="Manrope"/>
                  <a:sym typeface="Manrope"/>
                </a:rPr>
                <a:t>Actual Data</a:t>
              </a:r>
              <a:endParaRPr sz="1800">
                <a:solidFill>
                  <a:schemeClr val="dk2"/>
                </a:solidFill>
                <a:latin typeface="Manrope"/>
                <a:ea typeface="Manrope"/>
                <a:cs typeface="Manrope"/>
                <a:sym typeface="Manrope"/>
              </a:endParaRPr>
            </a:p>
          </p:txBody>
        </p:sp>
        <p:sp>
          <p:nvSpPr>
            <p:cNvPr id="363" name="Google Shape;363;p50"/>
            <p:cNvSpPr txBox="1"/>
            <p:nvPr/>
          </p:nvSpPr>
          <p:spPr>
            <a:xfrm>
              <a:off x="154950" y="472550"/>
              <a:ext cx="3222300" cy="18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Daily arrivals fluctuated between 1180-1390 flights per day.</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Noticeable drops occurred on weekends, indicating lower traffic. Despite fluctuations, the overall pattern is stable, meaning consistent flights.</a:t>
              </a:r>
              <a:endParaRPr>
                <a:solidFill>
                  <a:schemeClr val="dk1"/>
                </a:solidFill>
                <a:latin typeface="Source Sans Pro"/>
                <a:ea typeface="Source Sans Pro"/>
                <a:cs typeface="Source Sans Pro"/>
                <a:sym typeface="Source Sans Pro"/>
              </a:endParaRPr>
            </a:p>
          </p:txBody>
        </p:sp>
        <p:sp>
          <p:nvSpPr>
            <p:cNvPr id="364" name="Google Shape;364;p50"/>
            <p:cNvSpPr txBox="1"/>
            <p:nvPr/>
          </p:nvSpPr>
          <p:spPr>
            <a:xfrm>
              <a:off x="154951" y="2426950"/>
              <a:ext cx="2234400" cy="379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Manrope"/>
                  <a:ea typeface="Manrope"/>
                  <a:cs typeface="Manrope"/>
                  <a:sym typeface="Manrope"/>
                </a:rPr>
                <a:t>Predicted </a:t>
              </a:r>
              <a:r>
                <a:rPr lang="en" sz="1800">
                  <a:solidFill>
                    <a:schemeClr val="dk2"/>
                  </a:solidFill>
                  <a:latin typeface="Manrope"/>
                  <a:ea typeface="Manrope"/>
                  <a:cs typeface="Manrope"/>
                  <a:sym typeface="Manrope"/>
                </a:rPr>
                <a:t>Data</a:t>
              </a:r>
              <a:endParaRPr sz="1800">
                <a:solidFill>
                  <a:schemeClr val="dk2"/>
                </a:solidFill>
                <a:latin typeface="Manrope"/>
                <a:ea typeface="Manrope"/>
                <a:cs typeface="Manrope"/>
                <a:sym typeface="Manrope"/>
              </a:endParaRPr>
            </a:p>
          </p:txBody>
        </p:sp>
        <p:sp>
          <p:nvSpPr>
            <p:cNvPr id="365" name="Google Shape;365;p50"/>
            <p:cNvSpPr txBox="1"/>
            <p:nvPr/>
          </p:nvSpPr>
          <p:spPr>
            <a:xfrm>
              <a:off x="154950" y="2735600"/>
              <a:ext cx="3222300" cy="20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Forecasted arrivals remain within the same range, showing that the model successfully captured the general trend, though the forecast predicts slightly higher averages in the first week.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No extreme deviations are observed, which indicates model stability and a well-fitted time series.</a:t>
              </a:r>
              <a:endParaRPr>
                <a:solidFill>
                  <a:schemeClr val="dk1"/>
                </a:solidFill>
                <a:latin typeface="Source Sans Pro"/>
                <a:ea typeface="Source Sans Pro"/>
                <a:cs typeface="Source Sans Pro"/>
                <a:sym typeface="Source Sans Pro"/>
              </a:endParaRPr>
            </a:p>
          </p:txBody>
        </p:sp>
      </p:grpSp>
      <p:sp>
        <p:nvSpPr>
          <p:cNvPr id="366" name="Google Shape;366;p50"/>
          <p:cNvSpPr txBox="1"/>
          <p:nvPr/>
        </p:nvSpPr>
        <p:spPr>
          <a:xfrm>
            <a:off x="154950" y="4129375"/>
            <a:ext cx="5164800" cy="811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Source Sans Pro"/>
                <a:ea typeface="Source Sans Pro"/>
                <a:cs typeface="Source Sans Pro"/>
                <a:sym typeface="Source Sans Pro"/>
              </a:rPr>
              <a:t>The model reproduces the weekly rhythm of flight activity. The small difference between actual and predicted values shows high accuracy of ARIMA.</a:t>
            </a:r>
            <a:endParaRPr i="1">
              <a:solidFill>
                <a:schemeClr val="dk1"/>
              </a:solidFill>
              <a:latin typeface="Source Sans Pro"/>
              <a:ea typeface="Source Sans Pro"/>
              <a:cs typeface="Source Sans Pro"/>
              <a:sym typeface="Source Sans Pr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0" name="Shape 370"/>
        <p:cNvGrpSpPr/>
        <p:nvPr/>
      </p:nvGrpSpPr>
      <p:grpSpPr>
        <a:xfrm>
          <a:off x="0" y="0"/>
          <a:ext cx="0" cy="0"/>
          <a:chOff x="0" y="0"/>
          <a:chExt cx="0" cy="0"/>
        </a:xfrm>
      </p:grpSpPr>
      <p:sp>
        <p:nvSpPr>
          <p:cNvPr id="371" name="Google Shape;371;p51"/>
          <p:cNvSpPr txBox="1"/>
          <p:nvPr>
            <p:ph type="title"/>
          </p:nvPr>
        </p:nvSpPr>
        <p:spPr>
          <a:xfrm>
            <a:off x="1592702" y="1356950"/>
            <a:ext cx="5966100" cy="81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Evaluation</a:t>
            </a:r>
            <a:endParaRPr/>
          </a:p>
        </p:txBody>
      </p:sp>
      <p:sp>
        <p:nvSpPr>
          <p:cNvPr id="372" name="Google Shape;372;p51"/>
          <p:cNvSpPr txBox="1"/>
          <p:nvPr>
            <p:ph idx="2" type="title"/>
          </p:nvPr>
        </p:nvSpPr>
        <p:spPr>
          <a:xfrm>
            <a:off x="3889202" y="539451"/>
            <a:ext cx="1373100" cy="74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373" name="Google Shape;373;p51"/>
          <p:cNvSpPr txBox="1"/>
          <p:nvPr>
            <p:ph idx="1" type="subTitle"/>
          </p:nvPr>
        </p:nvSpPr>
        <p:spPr>
          <a:xfrm>
            <a:off x="2350652" y="2204650"/>
            <a:ext cx="4450200" cy="404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4" name="Google Shape;374;p51"/>
          <p:cNvPicPr preferRelativeResize="0"/>
          <p:nvPr/>
        </p:nvPicPr>
        <p:blipFill rotWithShape="1">
          <a:blip r:embed="rId3">
            <a:alphaModFix/>
          </a:blip>
          <a:srcRect b="4564" l="2383" r="1895" t="2861"/>
          <a:stretch/>
        </p:blipFill>
        <p:spPr>
          <a:xfrm rot="1550832">
            <a:off x="1361572" y="2040003"/>
            <a:ext cx="6290995" cy="3195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2"/>
          <p:cNvSpPr txBox="1"/>
          <p:nvPr>
            <p:ph type="title"/>
          </p:nvPr>
        </p:nvSpPr>
        <p:spPr>
          <a:xfrm>
            <a:off x="65277" y="219075"/>
            <a:ext cx="5966100" cy="81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limitations</a:t>
            </a:r>
            <a:endParaRPr/>
          </a:p>
        </p:txBody>
      </p:sp>
      <p:sp>
        <p:nvSpPr>
          <p:cNvPr id="380" name="Google Shape;380;p52"/>
          <p:cNvSpPr txBox="1"/>
          <p:nvPr/>
        </p:nvSpPr>
        <p:spPr>
          <a:xfrm>
            <a:off x="390600" y="1211700"/>
            <a:ext cx="7995900" cy="35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Source Sans Pro"/>
                <a:ea typeface="Source Sans Pro"/>
                <a:cs typeface="Source Sans Pro"/>
                <a:sym typeface="Source Sans Pro"/>
              </a:rPr>
              <a:t>The</a:t>
            </a:r>
            <a:r>
              <a:rPr lang="en" sz="1800">
                <a:solidFill>
                  <a:schemeClr val="dk1"/>
                </a:solidFill>
                <a:latin typeface="Source Sans Pro"/>
                <a:ea typeface="Source Sans Pro"/>
                <a:cs typeface="Source Sans Pro"/>
                <a:sym typeface="Source Sans Pro"/>
              </a:rPr>
              <a:t> main limitation of our project was the restricted scope of the dataset. The data only covered flights for a single month (September 2023), and as a result, this limited our ability to identify long-term or seasonal trends in the data. With a larger dataset covering 6 months to a year, we could have applied more advanced models such as SARIMA (Seasonal ARIMA) to capture recurring seasonal patterns in flight arrivals, such as holiday peaks.</a:t>
            </a:r>
            <a:endParaRPr sz="18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8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sz="1800">
                <a:solidFill>
                  <a:schemeClr val="dk1"/>
                </a:solidFill>
                <a:latin typeface="Source Sans Pro"/>
                <a:ea typeface="Source Sans Pro"/>
                <a:cs typeface="Source Sans Pro"/>
                <a:sym typeface="Source Sans Pro"/>
              </a:rPr>
              <a:t>We also had a limited timeframe to complete this project, and we feel given more time we could create a more in-depth and polished product showing more insightful and accurate trends in the data. </a:t>
            </a:r>
            <a:endParaRPr sz="1800">
              <a:solidFill>
                <a:schemeClr val="dk1"/>
              </a:solidFill>
              <a:latin typeface="Source Sans Pro"/>
              <a:ea typeface="Source Sans Pro"/>
              <a:cs typeface="Source Sans Pro"/>
              <a:sym typeface="Source Sans Pro"/>
            </a:endParaRPr>
          </a:p>
        </p:txBody>
      </p:sp>
    </p:spTree>
  </p:cSld>
  <p:clrMapOvr>
    <a:masterClrMapping/>
  </p:clrMapOvr>
</p:sld>
</file>

<file path=ppt/theme/theme1.xml><?xml version="1.0" encoding="utf-8"?>
<a:theme xmlns:a="http://schemas.openxmlformats.org/drawingml/2006/main" xmlns:r="http://schemas.openxmlformats.org/officeDocument/2006/relationships" name="Airline Business Plan by Slidesgo">
  <a:themeElements>
    <a:clrScheme name="Simple Light">
      <a:dk1>
        <a:srgbClr val="302C3E"/>
      </a:dk1>
      <a:lt1>
        <a:srgbClr val="F6F6F6"/>
      </a:lt1>
      <a:dk2>
        <a:srgbClr val="157DD9"/>
      </a:dk2>
      <a:lt2>
        <a:srgbClr val="FFFFFF"/>
      </a:lt2>
      <a:accent1>
        <a:srgbClr val="FFFFFF"/>
      </a:accent1>
      <a:accent2>
        <a:srgbClr val="FFFFFF"/>
      </a:accent2>
      <a:accent3>
        <a:srgbClr val="FFFFFF"/>
      </a:accent3>
      <a:accent4>
        <a:srgbClr val="FFFFFF"/>
      </a:accent4>
      <a:accent5>
        <a:srgbClr val="FFFFFF"/>
      </a:accent5>
      <a:accent6>
        <a:srgbClr val="FFFFFF"/>
      </a:accent6>
      <a:hlink>
        <a:srgbClr val="302C3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